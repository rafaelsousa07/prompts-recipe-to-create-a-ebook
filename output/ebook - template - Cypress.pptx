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85" r:id="rId2"/>
    <p:sldId id="263" r:id="rId3"/>
    <p:sldId id="264" r:id="rId4"/>
    <p:sldId id="265" r:id="rId5"/>
    <p:sldId id="286" r:id="rId6"/>
    <p:sldId id="267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9" r:id="rId25"/>
    <p:sldId id="310" r:id="rId26"/>
    <p:sldId id="308" r:id="rId27"/>
    <p:sldId id="307" r:id="rId28"/>
    <p:sldId id="311" r:id="rId29"/>
    <p:sldId id="312" r:id="rId30"/>
    <p:sldId id="314" r:id="rId31"/>
    <p:sldId id="313" r:id="rId32"/>
    <p:sldId id="284" r:id="rId33"/>
    <p:sldId id="315" r:id="rId34"/>
    <p:sldId id="316" r:id="rId35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FFFE"/>
    <a:srgbClr val="36ABFF"/>
    <a:srgbClr val="0D0A27"/>
    <a:srgbClr val="37ABFF"/>
    <a:srgbClr val="F1FEFE"/>
    <a:srgbClr val="85A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2A056D-126E-408E-AB33-D4580D4A9F19}" v="273" dt="2025-11-10T04:22:49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2016" y="-474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Sousa" userId="6283d31d4fc573e0" providerId="LiveId" clId="{B6C75F49-4DA4-4640-B607-E77EFEA570E3}"/>
    <pc:docChg chg="undo redo custSel addSld delSld modSld sldOrd">
      <pc:chgData name="Rafael Sousa" userId="6283d31d4fc573e0" providerId="LiveId" clId="{B6C75F49-4DA4-4640-B607-E77EFEA570E3}" dt="2025-11-10T04:15:11.959" v="2851" actId="20577"/>
      <pc:docMkLst>
        <pc:docMk/>
      </pc:docMkLst>
      <pc:sldChg chg="del ord">
        <pc:chgData name="Rafael Sousa" userId="6283d31d4fc573e0" providerId="LiveId" clId="{B6C75F49-4DA4-4640-B607-E77EFEA570E3}" dt="2025-11-10T03:45:25.700" v="2794" actId="47"/>
        <pc:sldMkLst>
          <pc:docMk/>
          <pc:sldMk cId="2060185118" sldId="257"/>
        </pc:sldMkLst>
      </pc:sldChg>
      <pc:sldChg chg="add del ord">
        <pc:chgData name="Rafael Sousa" userId="6283d31d4fc573e0" providerId="LiveId" clId="{B6C75F49-4DA4-4640-B607-E77EFEA570E3}" dt="2025-11-10T03:29:08.052" v="2685" actId="47"/>
        <pc:sldMkLst>
          <pc:docMk/>
          <pc:sldMk cId="667043201" sldId="261"/>
        </pc:sldMkLst>
      </pc:sldChg>
      <pc:sldChg chg="del ord">
        <pc:chgData name="Rafael Sousa" userId="6283d31d4fc573e0" providerId="LiveId" clId="{B6C75F49-4DA4-4640-B607-E77EFEA570E3}" dt="2025-11-10T03:29:08.052" v="2685" actId="47"/>
        <pc:sldMkLst>
          <pc:docMk/>
          <pc:sldMk cId="4098851528" sldId="262"/>
        </pc:sldMkLst>
      </pc:sldChg>
      <pc:sldChg chg="addSp delSp modSp mod">
        <pc:chgData name="Rafael Sousa" userId="6283d31d4fc573e0" providerId="LiveId" clId="{B6C75F49-4DA4-4640-B607-E77EFEA570E3}" dt="2025-11-10T04:15:11.959" v="2851" actId="20577"/>
        <pc:sldMkLst>
          <pc:docMk/>
          <pc:sldMk cId="3004000852" sldId="263"/>
        </pc:sldMkLst>
        <pc:spChg chg="mod">
          <ac:chgData name="Rafael Sousa" userId="6283d31d4fc573e0" providerId="LiveId" clId="{B6C75F49-4DA4-4640-B607-E77EFEA570E3}" dt="2025-11-10T04:15:11.959" v="2851" actId="20577"/>
          <ac:spMkLst>
            <pc:docMk/>
            <pc:sldMk cId="3004000852" sldId="263"/>
            <ac:spMk id="2" creationId="{5F8A268F-DF04-2C6F-1AF7-579F8D46FDD0}"/>
          </ac:spMkLst>
        </pc:spChg>
        <pc:spChg chg="mod">
          <ac:chgData name="Rafael Sousa" userId="6283d31d4fc573e0" providerId="LiveId" clId="{B6C75F49-4DA4-4640-B607-E77EFEA570E3}" dt="2025-11-10T03:48:00.379" v="2797" actId="1076"/>
          <ac:spMkLst>
            <pc:docMk/>
            <pc:sldMk cId="3004000852" sldId="263"/>
            <ac:spMk id="3" creationId="{26767187-6DF7-80A9-F3B9-FCD72DDF717D}"/>
          </ac:spMkLst>
        </pc:spChg>
        <pc:spChg chg="mod">
          <ac:chgData name="Rafael Sousa" userId="6283d31d4fc573e0" providerId="LiveId" clId="{B6C75F49-4DA4-4640-B607-E77EFEA570E3}" dt="2025-11-09T21:40:38.198" v="203" actId="20577"/>
          <ac:spMkLst>
            <pc:docMk/>
            <pc:sldMk cId="3004000852" sldId="263"/>
            <ac:spMk id="4" creationId="{25CCF5E4-57B1-4237-190B-AC69C1A6536B}"/>
          </ac:spMkLst>
        </pc:spChg>
        <pc:picChg chg="del">
          <ac:chgData name="Rafael Sousa" userId="6283d31d4fc573e0" providerId="LiveId" clId="{B6C75F49-4DA4-4640-B607-E77EFEA570E3}" dt="2025-11-09T21:40:00.420" v="190" actId="478"/>
          <ac:picMkLst>
            <pc:docMk/>
            <pc:sldMk cId="3004000852" sldId="263"/>
            <ac:picMk id="6" creationId="{A2D9A93F-3803-E8E7-32AC-1BF775A02A77}"/>
          </ac:picMkLst>
        </pc:picChg>
        <pc:picChg chg="add mod">
          <ac:chgData name="Rafael Sousa" userId="6283d31d4fc573e0" providerId="LiveId" clId="{B6C75F49-4DA4-4640-B607-E77EFEA570E3}" dt="2025-11-09T21:40:10.490" v="195"/>
          <ac:picMkLst>
            <pc:docMk/>
            <pc:sldMk cId="3004000852" sldId="263"/>
            <ac:picMk id="8" creationId="{3A898460-AC5E-92AC-EB2E-68D9C738D702}"/>
          </ac:picMkLst>
        </pc:picChg>
        <pc:picChg chg="add mod">
          <ac:chgData name="Rafael Sousa" userId="6283d31d4fc573e0" providerId="LiveId" clId="{B6C75F49-4DA4-4640-B607-E77EFEA570E3}" dt="2025-11-09T21:40:30.458" v="202" actId="1076"/>
          <ac:picMkLst>
            <pc:docMk/>
            <pc:sldMk cId="3004000852" sldId="263"/>
            <ac:picMk id="12" creationId="{8CF4B9F7-9686-AECC-2E70-640065919BDC}"/>
          </ac:picMkLst>
        </pc:picChg>
      </pc:sldChg>
      <pc:sldChg chg="modSp mod">
        <pc:chgData name="Rafael Sousa" userId="6283d31d4fc573e0" providerId="LiveId" clId="{B6C75F49-4DA4-4640-B607-E77EFEA570E3}" dt="2025-11-10T01:07:45.954" v="1418"/>
        <pc:sldMkLst>
          <pc:docMk/>
          <pc:sldMk cId="648510835" sldId="264"/>
        </pc:sldMkLst>
        <pc:spChg chg="mod">
          <ac:chgData name="Rafael Sousa" userId="6283d31d4fc573e0" providerId="LiveId" clId="{B6C75F49-4DA4-4640-B607-E77EFEA570E3}" dt="2025-11-09T21:27:49.644" v="23" actId="207"/>
          <ac:spMkLst>
            <pc:docMk/>
            <pc:sldMk cId="648510835" sldId="264"/>
            <ac:spMk id="2" creationId="{B0B0E586-87BE-933D-F40E-E3BBA13856E0}"/>
          </ac:spMkLst>
        </pc:spChg>
        <pc:spChg chg="mod">
          <ac:chgData name="Rafael Sousa" userId="6283d31d4fc573e0" providerId="LiveId" clId="{B6C75F49-4DA4-4640-B607-E77EFEA570E3}" dt="2025-11-10T01:07:45.954" v="1418"/>
          <ac:spMkLst>
            <pc:docMk/>
            <pc:sldMk cId="648510835" sldId="264"/>
            <ac:spMk id="3" creationId="{93533FB0-D3C0-9791-4F72-0D1731465A20}"/>
          </ac:spMkLst>
        </pc:spChg>
        <pc:spChg chg="mod">
          <ac:chgData name="Rafael Sousa" userId="6283d31d4fc573e0" providerId="LiveId" clId="{B6C75F49-4DA4-4640-B607-E77EFEA570E3}" dt="2025-11-09T21:30:13.450" v="33" actId="207"/>
          <ac:spMkLst>
            <pc:docMk/>
            <pc:sldMk cId="648510835" sldId="264"/>
            <ac:spMk id="4" creationId="{0E49EEBC-3AEF-FA23-4067-E0866590C14C}"/>
          </ac:spMkLst>
        </pc:spChg>
        <pc:spChg chg="mod">
          <ac:chgData name="Rafael Sousa" userId="6283d31d4fc573e0" providerId="LiveId" clId="{B6C75F49-4DA4-4640-B607-E77EFEA570E3}" dt="2025-11-09T21:56:09.861" v="269"/>
          <ac:spMkLst>
            <pc:docMk/>
            <pc:sldMk cId="648510835" sldId="264"/>
            <ac:spMk id="6" creationId="{A8281A8C-F51B-8070-EE7F-AC4CBC315387}"/>
          </ac:spMkLst>
        </pc:spChg>
      </pc:sldChg>
      <pc:sldChg chg="addSp delSp modSp mod">
        <pc:chgData name="Rafael Sousa" userId="6283d31d4fc573e0" providerId="LiveId" clId="{B6C75F49-4DA4-4640-B607-E77EFEA570E3}" dt="2025-11-10T01:08:16.792" v="1419"/>
        <pc:sldMkLst>
          <pc:docMk/>
          <pc:sldMk cId="796699739" sldId="265"/>
        </pc:sldMkLst>
        <pc:spChg chg="mod">
          <ac:chgData name="Rafael Sousa" userId="6283d31d4fc573e0" providerId="LiveId" clId="{B6C75F49-4DA4-4640-B607-E77EFEA570E3}" dt="2025-11-09T22:18:56.038" v="331" actId="1076"/>
          <ac:spMkLst>
            <pc:docMk/>
            <pc:sldMk cId="796699739" sldId="265"/>
            <ac:spMk id="2" creationId="{5F8A268F-DF04-2C6F-1AF7-579F8D46FDD0}"/>
          </ac:spMkLst>
        </pc:spChg>
        <pc:spChg chg="mod">
          <ac:chgData name="Rafael Sousa" userId="6283d31d4fc573e0" providerId="LiveId" clId="{B6C75F49-4DA4-4640-B607-E77EFEA570E3}" dt="2025-11-10T01:08:16.792" v="1419"/>
          <ac:spMkLst>
            <pc:docMk/>
            <pc:sldMk cId="796699739" sldId="265"/>
            <ac:spMk id="3" creationId="{26767187-6DF7-80A9-F3B9-FCD72DDF717D}"/>
          </ac:spMkLst>
        </pc:spChg>
        <pc:spChg chg="add mod">
          <ac:chgData name="Rafael Sousa" userId="6283d31d4fc573e0" providerId="LiveId" clId="{B6C75F49-4DA4-4640-B607-E77EFEA570E3}" dt="2025-11-09T22:19:09.838" v="332" actId="1076"/>
          <ac:spMkLst>
            <pc:docMk/>
            <pc:sldMk cId="796699739" sldId="265"/>
            <ac:spMk id="4" creationId="{969679E2-0AB0-4435-58AD-0F6BDAF6DE84}"/>
          </ac:spMkLst>
        </pc:spChg>
        <pc:spChg chg="add mod">
          <ac:chgData name="Rafael Sousa" userId="6283d31d4fc573e0" providerId="LiveId" clId="{B6C75F49-4DA4-4640-B607-E77EFEA570E3}" dt="2025-11-09T21:52:12.691" v="259"/>
          <ac:spMkLst>
            <pc:docMk/>
            <pc:sldMk cId="796699739" sldId="265"/>
            <ac:spMk id="6" creationId="{BF917026-E58D-9D11-FCD7-5A6B3D9C9B92}"/>
          </ac:spMkLst>
        </pc:spChg>
        <pc:picChg chg="add mod">
          <ac:chgData name="Rafael Sousa" userId="6283d31d4fc573e0" providerId="LiveId" clId="{B6C75F49-4DA4-4640-B607-E77EFEA570E3}" dt="2025-11-09T22:00:40.443" v="284" actId="1076"/>
          <ac:picMkLst>
            <pc:docMk/>
            <pc:sldMk cId="796699739" sldId="265"/>
            <ac:picMk id="8" creationId="{26EC0541-5B31-D012-5085-ECFD9AAA4448}"/>
          </ac:picMkLst>
        </pc:picChg>
        <pc:picChg chg="del">
          <ac:chgData name="Rafael Sousa" userId="6283d31d4fc573e0" providerId="LiveId" clId="{B6C75F49-4DA4-4640-B607-E77EFEA570E3}" dt="2025-11-09T21:50:28.860" v="252" actId="478"/>
          <ac:picMkLst>
            <pc:docMk/>
            <pc:sldMk cId="796699739" sldId="265"/>
            <ac:picMk id="15" creationId="{5700C8E0-6626-D7DD-1010-655515E46874}"/>
          </ac:picMkLst>
        </pc:picChg>
        <pc:picChg chg="del">
          <ac:chgData name="Rafael Sousa" userId="6283d31d4fc573e0" providerId="LiveId" clId="{B6C75F49-4DA4-4640-B607-E77EFEA570E3}" dt="2025-11-09T21:50:29.893" v="253" actId="478"/>
          <ac:picMkLst>
            <pc:docMk/>
            <pc:sldMk cId="796699739" sldId="265"/>
            <ac:picMk id="25" creationId="{68D9D51D-79E1-64B4-7B7A-A0A4BFAC6E56}"/>
          </ac:picMkLst>
        </pc:picChg>
        <pc:picChg chg="add del">
          <ac:chgData name="Rafael Sousa" userId="6283d31d4fc573e0" providerId="LiveId" clId="{B6C75F49-4DA4-4640-B607-E77EFEA570E3}" dt="2025-11-09T21:48:56.993" v="247" actId="478"/>
          <ac:picMkLst>
            <pc:docMk/>
            <pc:sldMk cId="796699739" sldId="265"/>
            <ac:picMk id="4104" creationId="{A393F87C-445A-A984-0A42-8A48C42D1744}"/>
          </ac:picMkLst>
        </pc:picChg>
      </pc:sldChg>
      <pc:sldChg chg="del">
        <pc:chgData name="Rafael Sousa" userId="6283d31d4fc573e0" providerId="LiveId" clId="{B6C75F49-4DA4-4640-B607-E77EFEA570E3}" dt="2025-11-09T22:02:06.830" v="285" actId="47"/>
        <pc:sldMkLst>
          <pc:docMk/>
          <pc:sldMk cId="2185512117" sldId="266"/>
        </pc:sldMkLst>
      </pc:sldChg>
      <pc:sldChg chg="addSp delSp modSp mod ord">
        <pc:chgData name="Rafael Sousa" userId="6283d31d4fc573e0" providerId="LiveId" clId="{B6C75F49-4DA4-4640-B607-E77EFEA570E3}" dt="2025-11-10T03:48:13.873" v="2798" actId="1076"/>
        <pc:sldMkLst>
          <pc:docMk/>
          <pc:sldMk cId="3385887854" sldId="267"/>
        </pc:sldMkLst>
        <pc:spChg chg="mod">
          <ac:chgData name="Rafael Sousa" userId="6283d31d4fc573e0" providerId="LiveId" clId="{B6C75F49-4DA4-4640-B607-E77EFEA570E3}" dt="2025-11-09T22:19:45.051" v="334" actId="1076"/>
          <ac:spMkLst>
            <pc:docMk/>
            <pc:sldMk cId="3385887854" sldId="267"/>
            <ac:spMk id="2" creationId="{5F8A268F-DF04-2C6F-1AF7-579F8D46FDD0}"/>
          </ac:spMkLst>
        </pc:spChg>
        <pc:spChg chg="mod">
          <ac:chgData name="Rafael Sousa" userId="6283d31d4fc573e0" providerId="LiveId" clId="{B6C75F49-4DA4-4640-B607-E77EFEA570E3}" dt="2025-11-10T03:48:13.873" v="2798" actId="1076"/>
          <ac:spMkLst>
            <pc:docMk/>
            <pc:sldMk cId="3385887854" sldId="267"/>
            <ac:spMk id="3" creationId="{26767187-6DF7-80A9-F3B9-FCD72DDF717D}"/>
          </ac:spMkLst>
        </pc:spChg>
        <pc:spChg chg="add mod">
          <ac:chgData name="Rafael Sousa" userId="6283d31d4fc573e0" providerId="LiveId" clId="{B6C75F49-4DA4-4640-B607-E77EFEA570E3}" dt="2025-11-09T22:24:43.637" v="347" actId="113"/>
          <ac:spMkLst>
            <pc:docMk/>
            <pc:sldMk cId="3385887854" sldId="267"/>
            <ac:spMk id="12" creationId="{E7AEC39E-74CF-91DA-51C8-9502E2D0FCA6}"/>
          </ac:spMkLst>
        </pc:spChg>
        <pc:spChg chg="add mod">
          <ac:chgData name="Rafael Sousa" userId="6283d31d4fc573e0" providerId="LiveId" clId="{B6C75F49-4DA4-4640-B607-E77EFEA570E3}" dt="2025-11-09T22:23:52.285" v="346" actId="15"/>
          <ac:spMkLst>
            <pc:docMk/>
            <pc:sldMk cId="3385887854" sldId="267"/>
            <ac:spMk id="16" creationId="{C452A493-5BB9-C0A8-5D79-9727FD5BFD58}"/>
          </ac:spMkLst>
        </pc:spChg>
        <pc:picChg chg="add mod">
          <ac:chgData name="Rafael Sousa" userId="6283d31d4fc573e0" providerId="LiveId" clId="{B6C75F49-4DA4-4640-B607-E77EFEA570E3}" dt="2025-11-09T22:16:45.770" v="324"/>
          <ac:picMkLst>
            <pc:docMk/>
            <pc:sldMk cId="3385887854" sldId="267"/>
            <ac:picMk id="4" creationId="{5A5ABDE2-430D-60B2-1E6A-B677D3C17176}"/>
          </ac:picMkLst>
        </pc:picChg>
        <pc:picChg chg="del">
          <ac:chgData name="Rafael Sousa" userId="6283d31d4fc573e0" providerId="LiveId" clId="{B6C75F49-4DA4-4640-B607-E77EFEA570E3}" dt="2025-11-09T22:17:49.809" v="325" actId="478"/>
          <ac:picMkLst>
            <pc:docMk/>
            <pc:sldMk cId="3385887854" sldId="267"/>
            <ac:picMk id="6" creationId="{F585F010-8CE1-BD79-782A-7C7F4947DDAE}"/>
          </ac:picMkLst>
        </pc:picChg>
        <pc:picChg chg="add mod">
          <ac:chgData name="Rafael Sousa" userId="6283d31d4fc573e0" providerId="LiveId" clId="{B6C75F49-4DA4-4640-B607-E77EFEA570E3}" dt="2025-11-09T22:21:56.730" v="339" actId="14100"/>
          <ac:picMkLst>
            <pc:docMk/>
            <pc:sldMk cId="3385887854" sldId="267"/>
            <ac:picMk id="8" creationId="{35D6C718-48C0-5994-8216-D5A8032BA0ED}"/>
          </ac:picMkLst>
        </pc:picChg>
        <pc:picChg chg="del">
          <ac:chgData name="Rafael Sousa" userId="6283d31d4fc573e0" providerId="LiveId" clId="{B6C75F49-4DA4-4640-B607-E77EFEA570E3}" dt="2025-11-09T22:14:07.147" v="310" actId="478"/>
          <ac:picMkLst>
            <pc:docMk/>
            <pc:sldMk cId="3385887854" sldId="267"/>
            <ac:picMk id="13" creationId="{A03BE2BD-1CCA-12BC-A40F-EE2A3201B764}"/>
          </ac:picMkLst>
        </pc:picChg>
        <pc:picChg chg="del">
          <ac:chgData name="Rafael Sousa" userId="6283d31d4fc573e0" providerId="LiveId" clId="{B6C75F49-4DA4-4640-B607-E77EFEA570E3}" dt="2025-11-09T22:16:39.414" v="323" actId="478"/>
          <ac:picMkLst>
            <pc:docMk/>
            <pc:sldMk cId="3385887854" sldId="267"/>
            <ac:picMk id="14" creationId="{0D3A0626-5486-8A0B-F407-2B7942FBD423}"/>
          </ac:picMkLst>
        </pc:picChg>
      </pc:sldChg>
      <pc:sldChg chg="del ord">
        <pc:chgData name="Rafael Sousa" userId="6283d31d4fc573e0" providerId="LiveId" clId="{B6C75F49-4DA4-4640-B607-E77EFEA570E3}" dt="2025-11-09T22:24:58.120" v="348" actId="47"/>
        <pc:sldMkLst>
          <pc:docMk/>
          <pc:sldMk cId="3136556412" sldId="268"/>
        </pc:sldMkLst>
      </pc:sldChg>
      <pc:sldChg chg="del ord">
        <pc:chgData name="Rafael Sousa" userId="6283d31d4fc573e0" providerId="LiveId" clId="{B6C75F49-4DA4-4640-B607-E77EFEA570E3}" dt="2025-11-10T03:29:08.052" v="2685" actId="47"/>
        <pc:sldMkLst>
          <pc:docMk/>
          <pc:sldMk cId="3797347466" sldId="269"/>
        </pc:sldMkLst>
      </pc:sldChg>
      <pc:sldChg chg="del ord">
        <pc:chgData name="Rafael Sousa" userId="6283d31d4fc573e0" providerId="LiveId" clId="{B6C75F49-4DA4-4640-B607-E77EFEA570E3}" dt="2025-11-10T03:29:08.052" v="2685" actId="47"/>
        <pc:sldMkLst>
          <pc:docMk/>
          <pc:sldMk cId="4049074150" sldId="270"/>
        </pc:sldMkLst>
      </pc:sldChg>
      <pc:sldChg chg="del ord">
        <pc:chgData name="Rafael Sousa" userId="6283d31d4fc573e0" providerId="LiveId" clId="{B6C75F49-4DA4-4640-B607-E77EFEA570E3}" dt="2025-11-10T03:29:08.052" v="2685" actId="47"/>
        <pc:sldMkLst>
          <pc:docMk/>
          <pc:sldMk cId="2338376511" sldId="271"/>
        </pc:sldMkLst>
      </pc:sldChg>
      <pc:sldChg chg="del">
        <pc:chgData name="Rafael Sousa" userId="6283d31d4fc573e0" providerId="LiveId" clId="{B6C75F49-4DA4-4640-B607-E77EFEA570E3}" dt="2025-11-10T03:34:14.524" v="2690" actId="47"/>
        <pc:sldMkLst>
          <pc:docMk/>
          <pc:sldMk cId="4065566745" sldId="272"/>
        </pc:sldMkLst>
      </pc:sldChg>
      <pc:sldChg chg="del ord">
        <pc:chgData name="Rafael Sousa" userId="6283d31d4fc573e0" providerId="LiveId" clId="{B6C75F49-4DA4-4640-B607-E77EFEA570E3}" dt="2025-11-10T03:29:08.052" v="2685" actId="47"/>
        <pc:sldMkLst>
          <pc:docMk/>
          <pc:sldMk cId="817067058" sldId="273"/>
        </pc:sldMkLst>
      </pc:sldChg>
      <pc:sldChg chg="del ord">
        <pc:chgData name="Rafael Sousa" userId="6283d31d4fc573e0" providerId="LiveId" clId="{B6C75F49-4DA4-4640-B607-E77EFEA570E3}" dt="2025-11-10T03:29:08.052" v="2685" actId="47"/>
        <pc:sldMkLst>
          <pc:docMk/>
          <pc:sldMk cId="1848873964" sldId="274"/>
        </pc:sldMkLst>
      </pc:sldChg>
      <pc:sldChg chg="del">
        <pc:chgData name="Rafael Sousa" userId="6283d31d4fc573e0" providerId="LiveId" clId="{B6C75F49-4DA4-4640-B607-E77EFEA570E3}" dt="2025-11-10T03:30:15.783" v="2686" actId="47"/>
        <pc:sldMkLst>
          <pc:docMk/>
          <pc:sldMk cId="3006414269" sldId="275"/>
        </pc:sldMkLst>
      </pc:sldChg>
      <pc:sldChg chg="del">
        <pc:chgData name="Rafael Sousa" userId="6283d31d4fc573e0" providerId="LiveId" clId="{B6C75F49-4DA4-4640-B607-E77EFEA570E3}" dt="2025-11-10T03:30:15.783" v="2686" actId="47"/>
        <pc:sldMkLst>
          <pc:docMk/>
          <pc:sldMk cId="1057121604" sldId="276"/>
        </pc:sldMkLst>
      </pc:sldChg>
      <pc:sldChg chg="del">
        <pc:chgData name="Rafael Sousa" userId="6283d31d4fc573e0" providerId="LiveId" clId="{B6C75F49-4DA4-4640-B607-E77EFEA570E3}" dt="2025-11-10T03:30:15.783" v="2686" actId="47"/>
        <pc:sldMkLst>
          <pc:docMk/>
          <pc:sldMk cId="3907831468" sldId="277"/>
        </pc:sldMkLst>
      </pc:sldChg>
      <pc:sldChg chg="del">
        <pc:chgData name="Rafael Sousa" userId="6283d31d4fc573e0" providerId="LiveId" clId="{B6C75F49-4DA4-4640-B607-E77EFEA570E3}" dt="2025-11-10T03:30:15.783" v="2686" actId="47"/>
        <pc:sldMkLst>
          <pc:docMk/>
          <pc:sldMk cId="596566617" sldId="278"/>
        </pc:sldMkLst>
      </pc:sldChg>
      <pc:sldChg chg="del">
        <pc:chgData name="Rafael Sousa" userId="6283d31d4fc573e0" providerId="LiveId" clId="{B6C75F49-4DA4-4640-B607-E77EFEA570E3}" dt="2025-11-10T03:30:15.783" v="2686" actId="47"/>
        <pc:sldMkLst>
          <pc:docMk/>
          <pc:sldMk cId="1027381058" sldId="279"/>
        </pc:sldMkLst>
      </pc:sldChg>
      <pc:sldChg chg="del">
        <pc:chgData name="Rafael Sousa" userId="6283d31d4fc573e0" providerId="LiveId" clId="{B6C75F49-4DA4-4640-B607-E77EFEA570E3}" dt="2025-11-10T03:30:15.783" v="2686" actId="47"/>
        <pc:sldMkLst>
          <pc:docMk/>
          <pc:sldMk cId="3934859674" sldId="280"/>
        </pc:sldMkLst>
      </pc:sldChg>
      <pc:sldChg chg="del">
        <pc:chgData name="Rafael Sousa" userId="6283d31d4fc573e0" providerId="LiveId" clId="{B6C75F49-4DA4-4640-B607-E77EFEA570E3}" dt="2025-11-10T03:30:15.783" v="2686" actId="47"/>
        <pc:sldMkLst>
          <pc:docMk/>
          <pc:sldMk cId="1011731902" sldId="281"/>
        </pc:sldMkLst>
      </pc:sldChg>
      <pc:sldChg chg="del">
        <pc:chgData name="Rafael Sousa" userId="6283d31d4fc573e0" providerId="LiveId" clId="{B6C75F49-4DA4-4640-B607-E77EFEA570E3}" dt="2025-11-10T03:30:15.783" v="2686" actId="47"/>
        <pc:sldMkLst>
          <pc:docMk/>
          <pc:sldMk cId="4077838316" sldId="282"/>
        </pc:sldMkLst>
      </pc:sldChg>
      <pc:sldChg chg="del">
        <pc:chgData name="Rafael Sousa" userId="6283d31d4fc573e0" providerId="LiveId" clId="{B6C75F49-4DA4-4640-B607-E77EFEA570E3}" dt="2025-11-10T03:47:33.913" v="2796" actId="47"/>
        <pc:sldMkLst>
          <pc:docMk/>
          <pc:sldMk cId="3920495214" sldId="283"/>
        </pc:sldMkLst>
      </pc:sldChg>
      <pc:sldChg chg="modSp mod">
        <pc:chgData name="Rafael Sousa" userId="6283d31d4fc573e0" providerId="LiveId" clId="{B6C75F49-4DA4-4640-B607-E77EFEA570E3}" dt="2025-11-10T03:35:02.013" v="2704" actId="207"/>
        <pc:sldMkLst>
          <pc:docMk/>
          <pc:sldMk cId="2390956622" sldId="284"/>
        </pc:sldMkLst>
        <pc:spChg chg="mod">
          <ac:chgData name="Rafael Sousa" userId="6283d31d4fc573e0" providerId="LiveId" clId="{B6C75F49-4DA4-4640-B607-E77EFEA570E3}" dt="2025-11-10T03:35:02.013" v="2704" actId="207"/>
          <ac:spMkLst>
            <pc:docMk/>
            <pc:sldMk cId="2390956622" sldId="284"/>
            <ac:spMk id="2" creationId="{B0B0E586-87BE-933D-F40E-E3BBA13856E0}"/>
          </ac:spMkLst>
        </pc:spChg>
        <pc:spChg chg="mod">
          <ac:chgData name="Rafael Sousa" userId="6283d31d4fc573e0" providerId="LiveId" clId="{B6C75F49-4DA4-4640-B607-E77EFEA570E3}" dt="2025-11-10T03:34:31.867" v="2702" actId="20577"/>
          <ac:spMkLst>
            <pc:docMk/>
            <pc:sldMk cId="2390956622" sldId="284"/>
            <ac:spMk id="3" creationId="{93533FB0-D3C0-9791-4F72-0D1731465A20}"/>
          </ac:spMkLst>
        </pc:spChg>
      </pc:sldChg>
      <pc:sldChg chg="addSp delSp modSp new mod ord">
        <pc:chgData name="Rafael Sousa" userId="6283d31d4fc573e0" providerId="LiveId" clId="{B6C75F49-4DA4-4640-B607-E77EFEA570E3}" dt="2025-11-09T21:21:41.487" v="17" actId="14100"/>
        <pc:sldMkLst>
          <pc:docMk/>
          <pc:sldMk cId="3316645617" sldId="285"/>
        </pc:sldMkLst>
        <pc:spChg chg="del">
          <ac:chgData name="Rafael Sousa" userId="6283d31d4fc573e0" providerId="LiveId" clId="{B6C75F49-4DA4-4640-B607-E77EFEA570E3}" dt="2025-11-09T21:20:19.209" v="3"/>
          <ac:spMkLst>
            <pc:docMk/>
            <pc:sldMk cId="3316645617" sldId="285"/>
            <ac:spMk id="3" creationId="{BB5835AF-BF10-6297-9FF9-50EBD7F4D02D}"/>
          </ac:spMkLst>
        </pc:spChg>
        <pc:picChg chg="add mod">
          <ac:chgData name="Rafael Sousa" userId="6283d31d4fc573e0" providerId="LiveId" clId="{B6C75F49-4DA4-4640-B607-E77EFEA570E3}" dt="2025-11-09T21:21:41.487" v="17" actId="14100"/>
          <ac:picMkLst>
            <pc:docMk/>
            <pc:sldMk cId="3316645617" sldId="285"/>
            <ac:picMk id="7" creationId="{FD2CB94D-9387-D0AC-D361-824884754683}"/>
          </ac:picMkLst>
        </pc:picChg>
      </pc:sldChg>
      <pc:sldChg chg="modSp add mod ord">
        <pc:chgData name="Rafael Sousa" userId="6283d31d4fc573e0" providerId="LiveId" clId="{B6C75F49-4DA4-4640-B607-E77EFEA570E3}" dt="2025-11-10T01:07:22.466" v="1417"/>
        <pc:sldMkLst>
          <pc:docMk/>
          <pc:sldMk cId="1434404297" sldId="286"/>
        </pc:sldMkLst>
        <pc:spChg chg="mod">
          <ac:chgData name="Rafael Sousa" userId="6283d31d4fc573e0" providerId="LiveId" clId="{B6C75F49-4DA4-4640-B607-E77EFEA570E3}" dt="2025-11-10T01:07:22.466" v="1417"/>
          <ac:spMkLst>
            <pc:docMk/>
            <pc:sldMk cId="1434404297" sldId="286"/>
            <ac:spMk id="3" creationId="{4F02A029-0F91-1F3F-DB32-2508E1E0EB08}"/>
          </ac:spMkLst>
        </pc:spChg>
        <pc:spChg chg="mod">
          <ac:chgData name="Rafael Sousa" userId="6283d31d4fc573e0" providerId="LiveId" clId="{B6C75F49-4DA4-4640-B607-E77EFEA570E3}" dt="2025-11-09T22:02:32.543" v="290" actId="20577"/>
          <ac:spMkLst>
            <pc:docMk/>
            <pc:sldMk cId="1434404297" sldId="286"/>
            <ac:spMk id="4" creationId="{98FF8CFB-FEA5-CF85-3EFB-9E3A5600D262}"/>
          </ac:spMkLst>
        </pc:spChg>
        <pc:spChg chg="mod">
          <ac:chgData name="Rafael Sousa" userId="6283d31d4fc573e0" providerId="LiveId" clId="{B6C75F49-4DA4-4640-B607-E77EFEA570E3}" dt="2025-11-09T22:07:19.897" v="301"/>
          <ac:spMkLst>
            <pc:docMk/>
            <pc:sldMk cId="1434404297" sldId="286"/>
            <ac:spMk id="6" creationId="{43788887-D683-74C7-063F-574F28FC0FFF}"/>
          </ac:spMkLst>
        </pc:spChg>
      </pc:sldChg>
      <pc:sldChg chg="add del ord">
        <pc:chgData name="Rafael Sousa" userId="6283d31d4fc573e0" providerId="LiveId" clId="{B6C75F49-4DA4-4640-B607-E77EFEA570E3}" dt="2025-11-10T03:29:08.052" v="2685" actId="47"/>
        <pc:sldMkLst>
          <pc:docMk/>
          <pc:sldMk cId="2017507360" sldId="287"/>
        </pc:sldMkLst>
      </pc:sldChg>
      <pc:sldChg chg="add del ord">
        <pc:chgData name="Rafael Sousa" userId="6283d31d4fc573e0" providerId="LiveId" clId="{B6C75F49-4DA4-4640-B607-E77EFEA570E3}" dt="2025-11-10T03:29:08.052" v="2685" actId="47"/>
        <pc:sldMkLst>
          <pc:docMk/>
          <pc:sldMk cId="1463668238" sldId="288"/>
        </pc:sldMkLst>
      </pc:sldChg>
      <pc:sldChg chg="modSp add mod ord">
        <pc:chgData name="Rafael Sousa" userId="6283d31d4fc573e0" providerId="LiveId" clId="{B6C75F49-4DA4-4640-B607-E77EFEA570E3}" dt="2025-11-10T01:03:21.172" v="1413" actId="20577"/>
        <pc:sldMkLst>
          <pc:docMk/>
          <pc:sldMk cId="1017519264" sldId="289"/>
        </pc:sldMkLst>
        <pc:spChg chg="mod">
          <ac:chgData name="Rafael Sousa" userId="6283d31d4fc573e0" providerId="LiveId" clId="{B6C75F49-4DA4-4640-B607-E77EFEA570E3}" dt="2025-11-09T22:28:37.498" v="364"/>
          <ac:spMkLst>
            <pc:docMk/>
            <pc:sldMk cId="1017519264" sldId="289"/>
            <ac:spMk id="3" creationId="{2944BF78-ABAC-211A-DB90-5A65381DAADA}"/>
          </ac:spMkLst>
        </pc:spChg>
        <pc:spChg chg="mod">
          <ac:chgData name="Rafael Sousa" userId="6283d31d4fc573e0" providerId="LiveId" clId="{B6C75F49-4DA4-4640-B607-E77EFEA570E3}" dt="2025-11-09T22:26:07.862" v="353" actId="20577"/>
          <ac:spMkLst>
            <pc:docMk/>
            <pc:sldMk cId="1017519264" sldId="289"/>
            <ac:spMk id="4" creationId="{9158BFD9-21D9-D6BD-C14C-5EDDD3ED8E09}"/>
          </ac:spMkLst>
        </pc:spChg>
        <pc:spChg chg="mod">
          <ac:chgData name="Rafael Sousa" userId="6283d31d4fc573e0" providerId="LiveId" clId="{B6C75F49-4DA4-4640-B607-E77EFEA570E3}" dt="2025-11-10T01:03:21.172" v="1413" actId="20577"/>
          <ac:spMkLst>
            <pc:docMk/>
            <pc:sldMk cId="1017519264" sldId="289"/>
            <ac:spMk id="6" creationId="{83204788-A67E-BF51-B375-5F7AA9E31341}"/>
          </ac:spMkLst>
        </pc:spChg>
      </pc:sldChg>
      <pc:sldChg chg="addSp delSp modSp add mod ord">
        <pc:chgData name="Rafael Sousa" userId="6283d31d4fc573e0" providerId="LiveId" clId="{B6C75F49-4DA4-4640-B607-E77EFEA570E3}" dt="2025-11-10T01:10:44.596" v="1434" actId="20577"/>
        <pc:sldMkLst>
          <pc:docMk/>
          <pc:sldMk cId="3666673573" sldId="290"/>
        </pc:sldMkLst>
        <pc:spChg chg="mod">
          <ac:chgData name="Rafael Sousa" userId="6283d31d4fc573e0" providerId="LiveId" clId="{B6C75F49-4DA4-4640-B607-E77EFEA570E3}" dt="2025-11-09T23:17:15.175" v="696" actId="122"/>
          <ac:spMkLst>
            <pc:docMk/>
            <pc:sldMk cId="3666673573" sldId="290"/>
            <ac:spMk id="2" creationId="{3635B227-A8A3-8205-0C9D-76B9913BFDB9}"/>
          </ac:spMkLst>
        </pc:spChg>
        <pc:spChg chg="mod">
          <ac:chgData name="Rafael Sousa" userId="6283d31d4fc573e0" providerId="LiveId" clId="{B6C75F49-4DA4-4640-B607-E77EFEA570E3}" dt="2025-11-10T01:10:44.596" v="1434" actId="20577"/>
          <ac:spMkLst>
            <pc:docMk/>
            <pc:sldMk cId="3666673573" sldId="290"/>
            <ac:spMk id="3" creationId="{EA403B62-958D-F55A-8D8E-C7F4B0917F8C}"/>
          </ac:spMkLst>
        </pc:spChg>
        <pc:spChg chg="add mod">
          <ac:chgData name="Rafael Sousa" userId="6283d31d4fc573e0" providerId="LiveId" clId="{B6C75F49-4DA4-4640-B607-E77EFEA570E3}" dt="2025-11-09T23:12:34.103" v="672" actId="1035"/>
          <ac:spMkLst>
            <pc:docMk/>
            <pc:sldMk cId="3666673573" sldId="290"/>
            <ac:spMk id="10" creationId="{780E1A58-8811-91DD-493E-C6EFC0EAE9E8}"/>
          </ac:spMkLst>
        </pc:spChg>
        <pc:spChg chg="add mod">
          <ac:chgData name="Rafael Sousa" userId="6283d31d4fc573e0" providerId="LiveId" clId="{B6C75F49-4DA4-4640-B607-E77EFEA570E3}" dt="2025-11-09T23:12:19.402" v="669" actId="123"/>
          <ac:spMkLst>
            <pc:docMk/>
            <pc:sldMk cId="3666673573" sldId="290"/>
            <ac:spMk id="16" creationId="{ACDA3CB4-AF7F-CEF4-61C5-3E11EDED9A2C}"/>
          </ac:spMkLst>
        </pc:spChg>
        <pc:picChg chg="add mod">
          <ac:chgData name="Rafael Sousa" userId="6283d31d4fc573e0" providerId="LiveId" clId="{B6C75F49-4DA4-4640-B607-E77EFEA570E3}" dt="2025-11-09T22:36:13.377" v="390"/>
          <ac:picMkLst>
            <pc:docMk/>
            <pc:sldMk cId="3666673573" sldId="290"/>
            <ac:picMk id="4" creationId="{D354EA08-8225-0D73-9258-7DF8F2E86668}"/>
          </ac:picMkLst>
        </pc:picChg>
        <pc:picChg chg="del">
          <ac:chgData name="Rafael Sousa" userId="6283d31d4fc573e0" providerId="LiveId" clId="{B6C75F49-4DA4-4640-B607-E77EFEA570E3}" dt="2025-11-09T22:37:52.493" v="391" actId="478"/>
          <ac:picMkLst>
            <pc:docMk/>
            <pc:sldMk cId="3666673573" sldId="290"/>
            <ac:picMk id="7" creationId="{A61412C8-D477-A50E-64CE-4129F7D82ACF}"/>
          </ac:picMkLst>
        </pc:picChg>
        <pc:picChg chg="add mod">
          <ac:chgData name="Rafael Sousa" userId="6283d31d4fc573e0" providerId="LiveId" clId="{B6C75F49-4DA4-4640-B607-E77EFEA570E3}" dt="2025-11-09T22:44:17.790" v="418" actId="1076"/>
          <ac:picMkLst>
            <pc:docMk/>
            <pc:sldMk cId="3666673573" sldId="290"/>
            <ac:picMk id="8" creationId="{30046F35-AD01-62F9-C0CB-22A1DA25ED69}"/>
          </ac:picMkLst>
        </pc:picChg>
        <pc:picChg chg="del">
          <ac:chgData name="Rafael Sousa" userId="6283d31d4fc573e0" providerId="LiveId" clId="{B6C75F49-4DA4-4640-B607-E77EFEA570E3}" dt="2025-11-09T22:31:35.261" v="371" actId="478"/>
          <ac:picMkLst>
            <pc:docMk/>
            <pc:sldMk cId="3666673573" sldId="290"/>
            <ac:picMk id="13" creationId="{12EBDA24-9923-903D-4616-7981408EF151}"/>
          </ac:picMkLst>
        </pc:picChg>
        <pc:picChg chg="del">
          <ac:chgData name="Rafael Sousa" userId="6283d31d4fc573e0" providerId="LiveId" clId="{B6C75F49-4DA4-4640-B607-E77EFEA570E3}" dt="2025-11-09T22:36:06.606" v="389" actId="478"/>
          <ac:picMkLst>
            <pc:docMk/>
            <pc:sldMk cId="3666673573" sldId="290"/>
            <ac:picMk id="14" creationId="{04999754-E7B4-AA23-F1CD-CF0631F84F1D}"/>
          </ac:picMkLst>
        </pc:picChg>
      </pc:sldChg>
      <pc:sldChg chg="addSp delSp modSp add mod">
        <pc:chgData name="Rafael Sousa" userId="6283d31d4fc573e0" providerId="LiveId" clId="{B6C75F49-4DA4-4640-B607-E77EFEA570E3}" dt="2025-11-10T01:10:50.677" v="1437" actId="20577"/>
        <pc:sldMkLst>
          <pc:docMk/>
          <pc:sldMk cId="431571829" sldId="291"/>
        </pc:sldMkLst>
        <pc:spChg chg="mod">
          <ac:chgData name="Rafael Sousa" userId="6283d31d4fc573e0" providerId="LiveId" clId="{B6C75F49-4DA4-4640-B607-E77EFEA570E3}" dt="2025-11-09T23:17:46.891" v="697" actId="122"/>
          <ac:spMkLst>
            <pc:docMk/>
            <pc:sldMk cId="431571829" sldId="291"/>
            <ac:spMk id="2" creationId="{81E6FB9A-3A05-9167-4322-274092B39A07}"/>
          </ac:spMkLst>
        </pc:spChg>
        <pc:spChg chg="mod">
          <ac:chgData name="Rafael Sousa" userId="6283d31d4fc573e0" providerId="LiveId" clId="{B6C75F49-4DA4-4640-B607-E77EFEA570E3}" dt="2025-11-10T01:10:50.677" v="1437" actId="20577"/>
          <ac:spMkLst>
            <pc:docMk/>
            <pc:sldMk cId="431571829" sldId="291"/>
            <ac:spMk id="3" creationId="{BE2834B8-1507-24DC-333B-D4BE31C48135}"/>
          </ac:spMkLst>
        </pc:spChg>
        <pc:spChg chg="add">
          <ac:chgData name="Rafael Sousa" userId="6283d31d4fc573e0" providerId="LiveId" clId="{B6C75F49-4DA4-4640-B607-E77EFEA570E3}" dt="2025-11-09T23:00:31.776" v="508"/>
          <ac:spMkLst>
            <pc:docMk/>
            <pc:sldMk cId="431571829" sldId="291"/>
            <ac:spMk id="6" creationId="{5F4EA4EA-4591-6EC6-3A07-A7DB91D42005}"/>
          </ac:spMkLst>
        </pc:spChg>
        <pc:spChg chg="add">
          <ac:chgData name="Rafael Sousa" userId="6283d31d4fc573e0" providerId="LiveId" clId="{B6C75F49-4DA4-4640-B607-E77EFEA570E3}" dt="2025-11-09T23:00:49.909" v="513"/>
          <ac:spMkLst>
            <pc:docMk/>
            <pc:sldMk cId="431571829" sldId="291"/>
            <ac:spMk id="7" creationId="{17DC92CD-A7BB-D91B-BD8E-74DAEE0E58EB}"/>
          </ac:spMkLst>
        </pc:spChg>
        <pc:spChg chg="add">
          <ac:chgData name="Rafael Sousa" userId="6283d31d4fc573e0" providerId="LiveId" clId="{B6C75F49-4DA4-4640-B607-E77EFEA570E3}" dt="2025-11-09T23:01:55.543" v="551"/>
          <ac:spMkLst>
            <pc:docMk/>
            <pc:sldMk cId="431571829" sldId="291"/>
            <ac:spMk id="9" creationId="{EBABCD7B-583A-D47D-5FDA-2C0AAD6B457E}"/>
          </ac:spMkLst>
        </pc:spChg>
        <pc:spChg chg="add del mod">
          <ac:chgData name="Rafael Sousa" userId="6283d31d4fc573e0" providerId="LiveId" clId="{B6C75F49-4DA4-4640-B607-E77EFEA570E3}" dt="2025-11-09T23:11:44.227" v="639" actId="123"/>
          <ac:spMkLst>
            <pc:docMk/>
            <pc:sldMk cId="431571829" sldId="291"/>
            <ac:spMk id="10" creationId="{8C46C152-EEB5-DAE7-E7E6-40F7DC6ECD5F}"/>
          </ac:spMkLst>
        </pc:spChg>
        <pc:spChg chg="add mod">
          <ac:chgData name="Rafael Sousa" userId="6283d31d4fc573e0" providerId="LiveId" clId="{B6C75F49-4DA4-4640-B607-E77EFEA570E3}" dt="2025-11-09T23:03:05.769" v="558" actId="1076"/>
          <ac:spMkLst>
            <pc:docMk/>
            <pc:sldMk cId="431571829" sldId="291"/>
            <ac:spMk id="13" creationId="{C3479FAA-3A59-BC32-C3B9-8A6236399092}"/>
          </ac:spMkLst>
        </pc:spChg>
        <pc:spChg chg="add del mod">
          <ac:chgData name="Rafael Sousa" userId="6283d31d4fc573e0" providerId="LiveId" clId="{B6C75F49-4DA4-4640-B607-E77EFEA570E3}" dt="2025-11-09T23:12:46.846" v="674" actId="1036"/>
          <ac:spMkLst>
            <pc:docMk/>
            <pc:sldMk cId="431571829" sldId="291"/>
            <ac:spMk id="16" creationId="{3CFECF28-5F9E-48BF-171C-8B0B830159CD}"/>
          </ac:spMkLst>
        </pc:spChg>
        <pc:picChg chg="del mod">
          <ac:chgData name="Rafael Sousa" userId="6283d31d4fc573e0" providerId="LiveId" clId="{B6C75F49-4DA4-4640-B607-E77EFEA570E3}" dt="2025-11-09T23:10:44.849" v="598" actId="478"/>
          <ac:picMkLst>
            <pc:docMk/>
            <pc:sldMk cId="431571829" sldId="291"/>
            <ac:picMk id="8" creationId="{C15A24A9-D4A8-BB78-C079-9D58E4DE77EE}"/>
          </ac:picMkLst>
        </pc:picChg>
        <pc:picChg chg="add mod">
          <ac:chgData name="Rafael Sousa" userId="6283d31d4fc573e0" providerId="LiveId" clId="{B6C75F49-4DA4-4640-B607-E77EFEA570E3}" dt="2025-11-09T23:58:42.155" v="835" actId="1076"/>
          <ac:picMkLst>
            <pc:docMk/>
            <pc:sldMk cId="431571829" sldId="291"/>
            <ac:picMk id="15" creationId="{9180830A-5F02-9809-4852-945BF56E3E7A}"/>
          </ac:picMkLst>
        </pc:picChg>
      </pc:sldChg>
      <pc:sldChg chg="addSp delSp modSp add mod">
        <pc:chgData name="Rafael Sousa" userId="6283d31d4fc573e0" providerId="LiveId" clId="{B6C75F49-4DA4-4640-B607-E77EFEA570E3}" dt="2025-11-10T01:10:56.028" v="1440" actId="20577"/>
        <pc:sldMkLst>
          <pc:docMk/>
          <pc:sldMk cId="2084032104" sldId="292"/>
        </pc:sldMkLst>
        <pc:spChg chg="mod">
          <ac:chgData name="Rafael Sousa" userId="6283d31d4fc573e0" providerId="LiveId" clId="{B6C75F49-4DA4-4640-B607-E77EFEA570E3}" dt="2025-11-09T23:47:07.975" v="721" actId="113"/>
          <ac:spMkLst>
            <pc:docMk/>
            <pc:sldMk cId="2084032104" sldId="292"/>
            <ac:spMk id="2" creationId="{0116A960-5C4B-C040-CDD6-22639B226312}"/>
          </ac:spMkLst>
        </pc:spChg>
        <pc:spChg chg="mod">
          <ac:chgData name="Rafael Sousa" userId="6283d31d4fc573e0" providerId="LiveId" clId="{B6C75F49-4DA4-4640-B607-E77EFEA570E3}" dt="2025-11-10T01:10:56.028" v="1440" actId="20577"/>
          <ac:spMkLst>
            <pc:docMk/>
            <pc:sldMk cId="2084032104" sldId="292"/>
            <ac:spMk id="3" creationId="{86C60426-DF2A-52EA-3124-A0160BCF9BFE}"/>
          </ac:spMkLst>
        </pc:spChg>
        <pc:spChg chg="add del mod">
          <ac:chgData name="Rafael Sousa" userId="6283d31d4fc573e0" providerId="LiveId" clId="{B6C75F49-4DA4-4640-B607-E77EFEA570E3}" dt="2025-11-09T23:52:32.108" v="789" actId="478"/>
          <ac:spMkLst>
            <pc:docMk/>
            <pc:sldMk cId="2084032104" sldId="292"/>
            <ac:spMk id="6" creationId="{132CE2F4-7FE3-214F-3EEC-EDA8F74EA9DE}"/>
          </ac:spMkLst>
        </pc:spChg>
        <pc:spChg chg="mod">
          <ac:chgData name="Rafael Sousa" userId="6283d31d4fc573e0" providerId="LiveId" clId="{B6C75F49-4DA4-4640-B607-E77EFEA570E3}" dt="2025-11-10T00:02:02.089" v="851" actId="14100"/>
          <ac:spMkLst>
            <pc:docMk/>
            <pc:sldMk cId="2084032104" sldId="292"/>
            <ac:spMk id="10" creationId="{836030BC-768B-3921-941A-6F28974E1024}"/>
          </ac:spMkLst>
        </pc:spChg>
        <pc:spChg chg="mod">
          <ac:chgData name="Rafael Sousa" userId="6283d31d4fc573e0" providerId="LiveId" clId="{B6C75F49-4DA4-4640-B607-E77EFEA570E3}" dt="2025-11-10T00:02:05.883" v="852" actId="14100"/>
          <ac:spMkLst>
            <pc:docMk/>
            <pc:sldMk cId="2084032104" sldId="292"/>
            <ac:spMk id="16" creationId="{C64341D0-316F-803B-00A9-363FBA0ADE27}"/>
          </ac:spMkLst>
        </pc:spChg>
        <pc:picChg chg="add mod">
          <ac:chgData name="Rafael Sousa" userId="6283d31d4fc573e0" providerId="LiveId" clId="{B6C75F49-4DA4-4640-B607-E77EFEA570E3}" dt="2025-11-10T00:00:44.882" v="843" actId="1035"/>
          <ac:picMkLst>
            <pc:docMk/>
            <pc:sldMk cId="2084032104" sldId="292"/>
            <ac:picMk id="8" creationId="{755FD106-C6C7-C74F-5C73-9C65C8622921}"/>
          </ac:picMkLst>
        </pc:picChg>
        <pc:picChg chg="del mod">
          <ac:chgData name="Rafael Sousa" userId="6283d31d4fc573e0" providerId="LiveId" clId="{B6C75F49-4DA4-4640-B607-E77EFEA570E3}" dt="2025-11-09T23:57:43.103" v="831" actId="478"/>
          <ac:picMkLst>
            <pc:docMk/>
            <pc:sldMk cId="2084032104" sldId="292"/>
            <ac:picMk id="15" creationId="{D1FFD299-0B0A-3F15-F688-918E44BFB6D2}"/>
          </ac:picMkLst>
        </pc:picChg>
      </pc:sldChg>
      <pc:sldChg chg="addSp delSp modSp add mod">
        <pc:chgData name="Rafael Sousa" userId="6283d31d4fc573e0" providerId="LiveId" clId="{B6C75F49-4DA4-4640-B607-E77EFEA570E3}" dt="2025-11-10T01:12:39.186" v="1458" actId="20577"/>
        <pc:sldMkLst>
          <pc:docMk/>
          <pc:sldMk cId="866039628" sldId="293"/>
        </pc:sldMkLst>
        <pc:spChg chg="mod">
          <ac:chgData name="Rafael Sousa" userId="6283d31d4fc573e0" providerId="LiveId" clId="{B6C75F49-4DA4-4640-B607-E77EFEA570E3}" dt="2025-11-10T00:05:19.806" v="874" actId="20577"/>
          <ac:spMkLst>
            <pc:docMk/>
            <pc:sldMk cId="866039628" sldId="293"/>
            <ac:spMk id="2" creationId="{B6DCE17B-8751-9C30-FD1F-1A7DD25B4302}"/>
          </ac:spMkLst>
        </pc:spChg>
        <pc:spChg chg="mod">
          <ac:chgData name="Rafael Sousa" userId="6283d31d4fc573e0" providerId="LiveId" clId="{B6C75F49-4DA4-4640-B607-E77EFEA570E3}" dt="2025-11-10T01:12:39.186" v="1458" actId="20577"/>
          <ac:spMkLst>
            <pc:docMk/>
            <pc:sldMk cId="866039628" sldId="293"/>
            <ac:spMk id="3" creationId="{FF1A2C7C-39F3-3CE0-0DA3-F29CAF9B5105}"/>
          </ac:spMkLst>
        </pc:spChg>
        <pc:spChg chg="mod">
          <ac:chgData name="Rafael Sousa" userId="6283d31d4fc573e0" providerId="LiveId" clId="{B6C75F49-4DA4-4640-B607-E77EFEA570E3}" dt="2025-11-10T00:13:16.102" v="961" actId="14100"/>
          <ac:spMkLst>
            <pc:docMk/>
            <pc:sldMk cId="866039628" sldId="293"/>
            <ac:spMk id="10" creationId="{F8190D79-F2EC-5E81-B90B-24334FC26C01}"/>
          </ac:spMkLst>
        </pc:spChg>
        <pc:spChg chg="mod">
          <ac:chgData name="Rafael Sousa" userId="6283d31d4fc573e0" providerId="LiveId" clId="{B6C75F49-4DA4-4640-B607-E77EFEA570E3}" dt="2025-11-10T00:14:16.256" v="963" actId="113"/>
          <ac:spMkLst>
            <pc:docMk/>
            <pc:sldMk cId="866039628" sldId="293"/>
            <ac:spMk id="16" creationId="{28138E68-BBF7-C026-B2F5-0B1A1DB0E34F}"/>
          </ac:spMkLst>
        </pc:spChg>
        <pc:picChg chg="add mod">
          <ac:chgData name="Rafael Sousa" userId="6283d31d4fc573e0" providerId="LiveId" clId="{B6C75F49-4DA4-4640-B607-E77EFEA570E3}" dt="2025-11-10T00:12:45.859" v="938" actId="1035"/>
          <ac:picMkLst>
            <pc:docMk/>
            <pc:sldMk cId="866039628" sldId="293"/>
            <ac:picMk id="7" creationId="{54D902CA-B349-C281-E77B-D4E22FB5BF01}"/>
          </ac:picMkLst>
        </pc:picChg>
        <pc:picChg chg="del">
          <ac:chgData name="Rafael Sousa" userId="6283d31d4fc573e0" providerId="LiveId" clId="{B6C75F49-4DA4-4640-B607-E77EFEA570E3}" dt="2025-11-10T00:07:29.747" v="875" actId="478"/>
          <ac:picMkLst>
            <pc:docMk/>
            <pc:sldMk cId="866039628" sldId="293"/>
            <ac:picMk id="8" creationId="{8E5A5DF2-AC5A-7A78-C0C7-3AF879E96F81}"/>
          </ac:picMkLst>
        </pc:picChg>
      </pc:sldChg>
      <pc:sldChg chg="addSp delSp modSp add mod">
        <pc:chgData name="Rafael Sousa" userId="6283d31d4fc573e0" providerId="LiveId" clId="{B6C75F49-4DA4-4640-B607-E77EFEA570E3}" dt="2025-11-10T00:51:49.347" v="1169" actId="20577"/>
        <pc:sldMkLst>
          <pc:docMk/>
          <pc:sldMk cId="3451493206" sldId="294"/>
        </pc:sldMkLst>
        <pc:spChg chg="mod">
          <ac:chgData name="Rafael Sousa" userId="6283d31d4fc573e0" providerId="LiveId" clId="{B6C75F49-4DA4-4640-B607-E77EFEA570E3}" dt="2025-11-10T00:18:39.191" v="1004" actId="122"/>
          <ac:spMkLst>
            <pc:docMk/>
            <pc:sldMk cId="3451493206" sldId="294"/>
            <ac:spMk id="2" creationId="{8B0CFAEB-AADA-07F7-18A1-B785EDBD0582}"/>
          </ac:spMkLst>
        </pc:spChg>
        <pc:spChg chg="mod">
          <ac:chgData name="Rafael Sousa" userId="6283d31d4fc573e0" providerId="LiveId" clId="{B6C75F49-4DA4-4640-B607-E77EFEA570E3}" dt="2025-11-10T00:17:04.291" v="999" actId="20577"/>
          <ac:spMkLst>
            <pc:docMk/>
            <pc:sldMk cId="3451493206" sldId="294"/>
            <ac:spMk id="3" creationId="{AF0CA290-2F7B-6665-7631-18D6F2BD66A6}"/>
          </ac:spMkLst>
        </pc:spChg>
        <pc:spChg chg="add mod">
          <ac:chgData name="Rafael Sousa" userId="6283d31d4fc573e0" providerId="LiveId" clId="{B6C75F49-4DA4-4640-B607-E77EFEA570E3}" dt="2025-11-10T00:51:49.347" v="1169" actId="20577"/>
          <ac:spMkLst>
            <pc:docMk/>
            <pc:sldMk cId="3451493206" sldId="294"/>
            <ac:spMk id="8" creationId="{CF75A12C-5078-1B4E-02A0-45C72E538258}"/>
          </ac:spMkLst>
        </pc:spChg>
        <pc:spChg chg="del">
          <ac:chgData name="Rafael Sousa" userId="6283d31d4fc573e0" providerId="LiveId" clId="{B6C75F49-4DA4-4640-B607-E77EFEA570E3}" dt="2025-11-10T00:20:33.859" v="1005" actId="478"/>
          <ac:spMkLst>
            <pc:docMk/>
            <pc:sldMk cId="3451493206" sldId="294"/>
            <ac:spMk id="10" creationId="{183C2E7B-AFE3-5E91-A65B-3502DDA64640}"/>
          </ac:spMkLst>
        </pc:spChg>
        <pc:spChg chg="add del mod">
          <ac:chgData name="Rafael Sousa" userId="6283d31d4fc573e0" providerId="LiveId" clId="{B6C75F49-4DA4-4640-B607-E77EFEA570E3}" dt="2025-11-10T00:46:47.931" v="1155" actId="478"/>
          <ac:spMkLst>
            <pc:docMk/>
            <pc:sldMk cId="3451493206" sldId="294"/>
            <ac:spMk id="15" creationId="{605389FE-0439-1BAF-CBE7-3A68F518AAF2}"/>
          </ac:spMkLst>
        </pc:spChg>
        <pc:spChg chg="del">
          <ac:chgData name="Rafael Sousa" userId="6283d31d4fc573e0" providerId="LiveId" clId="{B6C75F49-4DA4-4640-B607-E77EFEA570E3}" dt="2025-11-10T00:20:36.388" v="1006" actId="478"/>
          <ac:spMkLst>
            <pc:docMk/>
            <pc:sldMk cId="3451493206" sldId="294"/>
            <ac:spMk id="16" creationId="{673B04ED-D8A9-1734-D30A-6D6B6BCACE0B}"/>
          </ac:spMkLst>
        </pc:spChg>
        <pc:spChg chg="add mod">
          <ac:chgData name="Rafael Sousa" userId="6283d31d4fc573e0" providerId="LiveId" clId="{B6C75F49-4DA4-4640-B607-E77EFEA570E3}" dt="2025-11-10T00:48:23.568" v="1163" actId="1076"/>
          <ac:spMkLst>
            <pc:docMk/>
            <pc:sldMk cId="3451493206" sldId="294"/>
            <ac:spMk id="20" creationId="{CF9D8E25-F790-A92E-8A7E-31A45281E657}"/>
          </ac:spMkLst>
        </pc:spChg>
        <pc:picChg chg="del">
          <ac:chgData name="Rafael Sousa" userId="6283d31d4fc573e0" providerId="LiveId" clId="{B6C75F49-4DA4-4640-B607-E77EFEA570E3}" dt="2025-11-10T00:20:39.931" v="1007" actId="478"/>
          <ac:picMkLst>
            <pc:docMk/>
            <pc:sldMk cId="3451493206" sldId="294"/>
            <ac:picMk id="7" creationId="{76360ED8-329F-A2DA-63BC-B2538A8C0092}"/>
          </ac:picMkLst>
        </pc:picChg>
        <pc:picChg chg="add mod">
          <ac:chgData name="Rafael Sousa" userId="6283d31d4fc573e0" providerId="LiveId" clId="{B6C75F49-4DA4-4640-B607-E77EFEA570E3}" dt="2025-11-10T00:22:44.402" v="1018" actId="1076"/>
          <ac:picMkLst>
            <pc:docMk/>
            <pc:sldMk cId="3451493206" sldId="294"/>
            <ac:picMk id="13" creationId="{ED19757B-F615-CAC3-E863-828FAA96748C}"/>
          </ac:picMkLst>
        </pc:picChg>
        <pc:picChg chg="add del mod">
          <ac:chgData name="Rafael Sousa" userId="6283d31d4fc573e0" providerId="LiveId" clId="{B6C75F49-4DA4-4640-B607-E77EFEA570E3}" dt="2025-11-10T00:47:48.186" v="1158" actId="478"/>
          <ac:picMkLst>
            <pc:docMk/>
            <pc:sldMk cId="3451493206" sldId="294"/>
            <ac:picMk id="18" creationId="{78EA610F-C033-DBEA-BF7F-4B4335DA94FB}"/>
          </ac:picMkLst>
        </pc:picChg>
        <pc:picChg chg="add mod">
          <ac:chgData name="Rafael Sousa" userId="6283d31d4fc573e0" providerId="LiveId" clId="{B6C75F49-4DA4-4640-B607-E77EFEA570E3}" dt="2025-11-10T00:48:53.655" v="1165" actId="1076"/>
          <ac:picMkLst>
            <pc:docMk/>
            <pc:sldMk cId="3451493206" sldId="294"/>
            <ac:picMk id="22" creationId="{D242FEDA-2B4C-9C48-4D5B-D9BD168F3199}"/>
          </ac:picMkLst>
        </pc:picChg>
      </pc:sldChg>
      <pc:sldChg chg="addSp delSp modSp add mod ord">
        <pc:chgData name="Rafael Sousa" userId="6283d31d4fc573e0" providerId="LiveId" clId="{B6C75F49-4DA4-4640-B607-E77EFEA570E3}" dt="2025-11-10T01:12:11.761" v="1451" actId="20578"/>
        <pc:sldMkLst>
          <pc:docMk/>
          <pc:sldMk cId="4120185842" sldId="295"/>
        </pc:sldMkLst>
        <pc:spChg chg="del">
          <ac:chgData name="Rafael Sousa" userId="6283d31d4fc573e0" providerId="LiveId" clId="{B6C75F49-4DA4-4640-B607-E77EFEA570E3}" dt="2025-11-10T00:28:37.733" v="1053" actId="478"/>
          <ac:spMkLst>
            <pc:docMk/>
            <pc:sldMk cId="4120185842" sldId="295"/>
            <ac:spMk id="2" creationId="{F49465AD-6754-EF67-C694-86EC67F3F932}"/>
          </ac:spMkLst>
        </pc:spChg>
        <pc:spChg chg="del">
          <ac:chgData name="Rafael Sousa" userId="6283d31d4fc573e0" providerId="LiveId" clId="{B6C75F49-4DA4-4640-B607-E77EFEA570E3}" dt="2025-11-10T00:29:32.595" v="1059" actId="478"/>
          <ac:spMkLst>
            <pc:docMk/>
            <pc:sldMk cId="4120185842" sldId="295"/>
            <ac:spMk id="8" creationId="{9B1C3D21-86E7-17BD-BD43-409682F937B0}"/>
          </ac:spMkLst>
        </pc:spChg>
        <pc:spChg chg="add mod">
          <ac:chgData name="Rafael Sousa" userId="6283d31d4fc573e0" providerId="LiveId" clId="{B6C75F49-4DA4-4640-B607-E77EFEA570E3}" dt="2025-11-10T00:58:03.010" v="1346" actId="1036"/>
          <ac:spMkLst>
            <pc:docMk/>
            <pc:sldMk cId="4120185842" sldId="295"/>
            <ac:spMk id="10" creationId="{94CADA7F-78C5-3FE7-B7E1-9E22089313C2}"/>
          </ac:spMkLst>
        </pc:spChg>
        <pc:spChg chg="del">
          <ac:chgData name="Rafael Sousa" userId="6283d31d4fc573e0" providerId="LiveId" clId="{B6C75F49-4DA4-4640-B607-E77EFEA570E3}" dt="2025-11-10T00:29:35.835" v="1061" actId="478"/>
          <ac:spMkLst>
            <pc:docMk/>
            <pc:sldMk cId="4120185842" sldId="295"/>
            <ac:spMk id="15" creationId="{46393982-ABCE-52EC-AB49-C72DD579631C}"/>
          </ac:spMkLst>
        </pc:spChg>
        <pc:spChg chg="add mod">
          <ac:chgData name="Rafael Sousa" userId="6283d31d4fc573e0" providerId="LiveId" clId="{B6C75F49-4DA4-4640-B607-E77EFEA570E3}" dt="2025-11-10T00:58:53.516" v="1385" actId="1035"/>
          <ac:spMkLst>
            <pc:docMk/>
            <pc:sldMk cId="4120185842" sldId="295"/>
            <ac:spMk id="16" creationId="{0AF35275-4EAA-D774-B3A7-F18D2DF07703}"/>
          </ac:spMkLst>
        </pc:spChg>
        <pc:spChg chg="add mod">
          <ac:chgData name="Rafael Sousa" userId="6283d31d4fc573e0" providerId="LiveId" clId="{B6C75F49-4DA4-4640-B607-E77EFEA570E3}" dt="2025-11-10T00:58:53.516" v="1385" actId="1035"/>
          <ac:spMkLst>
            <pc:docMk/>
            <pc:sldMk cId="4120185842" sldId="295"/>
            <ac:spMk id="18" creationId="{BD1A5251-4C76-3868-2561-204F8A732FDC}"/>
          </ac:spMkLst>
        </pc:spChg>
        <pc:spChg chg="add mod">
          <ac:chgData name="Rafael Sousa" userId="6283d31d4fc573e0" providerId="LiveId" clId="{B6C75F49-4DA4-4640-B607-E77EFEA570E3}" dt="2025-11-10T00:58:53.516" v="1385" actId="1035"/>
          <ac:spMkLst>
            <pc:docMk/>
            <pc:sldMk cId="4120185842" sldId="295"/>
            <ac:spMk id="20" creationId="{1992A4B5-E43D-888B-6E88-6B220EB190F5}"/>
          </ac:spMkLst>
        </pc:spChg>
        <pc:spChg chg="add">
          <ac:chgData name="Rafael Sousa" userId="6283d31d4fc573e0" providerId="LiveId" clId="{B6C75F49-4DA4-4640-B607-E77EFEA570E3}" dt="2025-11-10T00:34:44.110" v="1097"/>
          <ac:spMkLst>
            <pc:docMk/>
            <pc:sldMk cId="4120185842" sldId="295"/>
            <ac:spMk id="23" creationId="{AE322493-CA9C-D5B7-79E4-45B9E87384EA}"/>
          </ac:spMkLst>
        </pc:spChg>
        <pc:spChg chg="add mod">
          <ac:chgData name="Rafael Sousa" userId="6283d31d4fc573e0" providerId="LiveId" clId="{B6C75F49-4DA4-4640-B607-E77EFEA570E3}" dt="2025-11-10T00:35:21.037" v="1102" actId="1076"/>
          <ac:spMkLst>
            <pc:docMk/>
            <pc:sldMk cId="4120185842" sldId="295"/>
            <ac:spMk id="24" creationId="{34D71E3E-9A72-F366-13D1-780DC210FF4F}"/>
          </ac:spMkLst>
        </pc:spChg>
        <pc:spChg chg="add mod">
          <ac:chgData name="Rafael Sousa" userId="6283d31d4fc573e0" providerId="LiveId" clId="{B6C75F49-4DA4-4640-B607-E77EFEA570E3}" dt="2025-11-10T00:58:53.516" v="1385" actId="1035"/>
          <ac:spMkLst>
            <pc:docMk/>
            <pc:sldMk cId="4120185842" sldId="295"/>
            <ac:spMk id="26" creationId="{B0EE94AF-7FA1-7DE6-9419-291C758C8683}"/>
          </ac:spMkLst>
        </pc:spChg>
        <pc:spChg chg="add mod">
          <ac:chgData name="Rafael Sousa" userId="6283d31d4fc573e0" providerId="LiveId" clId="{B6C75F49-4DA4-4640-B607-E77EFEA570E3}" dt="2025-11-10T01:00:59.395" v="1403" actId="20577"/>
          <ac:spMkLst>
            <pc:docMk/>
            <pc:sldMk cId="4120185842" sldId="295"/>
            <ac:spMk id="27" creationId="{F4DE94B4-848A-7C0B-FED4-FC6072D13085}"/>
          </ac:spMkLst>
        </pc:spChg>
        <pc:picChg chg="add mod">
          <ac:chgData name="Rafael Sousa" userId="6283d31d4fc573e0" providerId="LiveId" clId="{B6C75F49-4DA4-4640-B607-E77EFEA570E3}" dt="2025-11-10T00:58:03.010" v="1346" actId="1036"/>
          <ac:picMkLst>
            <pc:docMk/>
            <pc:sldMk cId="4120185842" sldId="295"/>
            <ac:picMk id="7" creationId="{78077AAD-752A-512C-A300-808D32C618FB}"/>
          </ac:picMkLst>
        </pc:picChg>
        <pc:picChg chg="del">
          <ac:chgData name="Rafael Sousa" userId="6283d31d4fc573e0" providerId="LiveId" clId="{B6C75F49-4DA4-4640-B607-E77EFEA570E3}" dt="2025-11-10T00:29:33.714" v="1060" actId="478"/>
          <ac:picMkLst>
            <pc:docMk/>
            <pc:sldMk cId="4120185842" sldId="295"/>
            <ac:picMk id="13" creationId="{EA9BAE19-735E-6A4E-7A00-2D5553F19A5F}"/>
          </ac:picMkLst>
        </pc:picChg>
        <pc:picChg chg="add mod">
          <ac:chgData name="Rafael Sousa" userId="6283d31d4fc573e0" providerId="LiveId" clId="{B6C75F49-4DA4-4640-B607-E77EFEA570E3}" dt="2025-11-10T00:58:53.516" v="1385" actId="1035"/>
          <ac:picMkLst>
            <pc:docMk/>
            <pc:sldMk cId="4120185842" sldId="295"/>
            <ac:picMk id="22" creationId="{C49AF847-3C9B-FB72-6C45-90EF7603D813}"/>
          </ac:picMkLst>
        </pc:picChg>
      </pc:sldChg>
      <pc:sldChg chg="modSp add mod ord">
        <pc:chgData name="Rafael Sousa" userId="6283d31d4fc573e0" providerId="LiveId" clId="{B6C75F49-4DA4-4640-B607-E77EFEA570E3}" dt="2025-11-10T01:14:44.359" v="1469"/>
        <pc:sldMkLst>
          <pc:docMk/>
          <pc:sldMk cId="2760896658" sldId="296"/>
        </pc:sldMkLst>
        <pc:spChg chg="mod">
          <ac:chgData name="Rafael Sousa" userId="6283d31d4fc573e0" providerId="LiveId" clId="{B6C75F49-4DA4-4640-B607-E77EFEA570E3}" dt="2025-11-10T01:06:55.892" v="1416"/>
          <ac:spMkLst>
            <pc:docMk/>
            <pc:sldMk cId="2760896658" sldId="296"/>
            <ac:spMk id="3" creationId="{D6DB3EAA-018D-28E7-50B0-84CB2797E5BE}"/>
          </ac:spMkLst>
        </pc:spChg>
        <pc:spChg chg="mod">
          <ac:chgData name="Rafael Sousa" userId="6283d31d4fc573e0" providerId="LiveId" clId="{B6C75F49-4DA4-4640-B607-E77EFEA570E3}" dt="2025-11-10T01:03:39.675" v="1415" actId="20577"/>
          <ac:spMkLst>
            <pc:docMk/>
            <pc:sldMk cId="2760896658" sldId="296"/>
            <ac:spMk id="4" creationId="{687E8B90-2B7C-4196-5DE0-DBD119D6C214}"/>
          </ac:spMkLst>
        </pc:spChg>
        <pc:spChg chg="mod">
          <ac:chgData name="Rafael Sousa" userId="6283d31d4fc573e0" providerId="LiveId" clId="{B6C75F49-4DA4-4640-B607-E77EFEA570E3}" dt="2025-11-10T01:14:44.359" v="1469"/>
          <ac:spMkLst>
            <pc:docMk/>
            <pc:sldMk cId="2760896658" sldId="296"/>
            <ac:spMk id="6" creationId="{44580150-D886-2708-5103-92B7B2367C5A}"/>
          </ac:spMkLst>
        </pc:spChg>
      </pc:sldChg>
      <pc:sldChg chg="addSp delSp modSp add del mod ord">
        <pc:chgData name="Rafael Sousa" userId="6283d31d4fc573e0" providerId="LiveId" clId="{B6C75F49-4DA4-4640-B607-E77EFEA570E3}" dt="2025-11-10T01:31:07.888" v="1583" actId="47"/>
        <pc:sldMkLst>
          <pc:docMk/>
          <pc:sldMk cId="3512424305" sldId="297"/>
        </pc:sldMkLst>
        <pc:spChg chg="mod">
          <ac:chgData name="Rafael Sousa" userId="6283d31d4fc573e0" providerId="LiveId" clId="{B6C75F49-4DA4-4640-B607-E77EFEA570E3}" dt="2025-11-10T01:24:58.282" v="1555" actId="255"/>
          <ac:spMkLst>
            <pc:docMk/>
            <pc:sldMk cId="3512424305" sldId="297"/>
            <ac:spMk id="2" creationId="{C2CBD839-64A3-E5B5-7AAC-AA76436341C4}"/>
          </ac:spMkLst>
        </pc:spChg>
        <pc:spChg chg="mod">
          <ac:chgData name="Rafael Sousa" userId="6283d31d4fc573e0" providerId="LiveId" clId="{B6C75F49-4DA4-4640-B607-E77EFEA570E3}" dt="2025-11-10T01:13:50.488" v="1466"/>
          <ac:spMkLst>
            <pc:docMk/>
            <pc:sldMk cId="3512424305" sldId="297"/>
            <ac:spMk id="3" creationId="{96F5BBBB-FEE2-86A6-B1E4-3827EF77D863}"/>
          </ac:spMkLst>
        </pc:spChg>
        <pc:spChg chg="add mod">
          <ac:chgData name="Rafael Sousa" userId="6283d31d4fc573e0" providerId="LiveId" clId="{B6C75F49-4DA4-4640-B607-E77EFEA570E3}" dt="2025-11-10T01:24:32.378" v="1553" actId="1076"/>
          <ac:spMkLst>
            <pc:docMk/>
            <pc:sldMk cId="3512424305" sldId="297"/>
            <ac:spMk id="7" creationId="{93752419-C678-97AC-2630-708C72BA385E}"/>
          </ac:spMkLst>
        </pc:spChg>
        <pc:spChg chg="del mod">
          <ac:chgData name="Rafael Sousa" userId="6283d31d4fc573e0" providerId="LiveId" clId="{B6C75F49-4DA4-4640-B607-E77EFEA570E3}" dt="2025-11-10T01:18:42.722" v="1536" actId="478"/>
          <ac:spMkLst>
            <pc:docMk/>
            <pc:sldMk cId="3512424305" sldId="297"/>
            <ac:spMk id="10" creationId="{65148A2D-96D1-E602-BE9D-7B90753DF571}"/>
          </ac:spMkLst>
        </pc:spChg>
        <pc:spChg chg="add mod">
          <ac:chgData name="Rafael Sousa" userId="6283d31d4fc573e0" providerId="LiveId" clId="{B6C75F49-4DA4-4640-B607-E77EFEA570E3}" dt="2025-11-10T01:24:38.372" v="1554" actId="1076"/>
          <ac:spMkLst>
            <pc:docMk/>
            <pc:sldMk cId="3512424305" sldId="297"/>
            <ac:spMk id="13" creationId="{11A888AC-1777-2321-F9FC-73F1F7E10396}"/>
          </ac:spMkLst>
        </pc:spChg>
        <pc:spChg chg="del mod">
          <ac:chgData name="Rafael Sousa" userId="6283d31d4fc573e0" providerId="LiveId" clId="{B6C75F49-4DA4-4640-B607-E77EFEA570E3}" dt="2025-11-10T01:18:44.451" v="1537" actId="478"/>
          <ac:spMkLst>
            <pc:docMk/>
            <pc:sldMk cId="3512424305" sldId="297"/>
            <ac:spMk id="16" creationId="{7EC5A856-F4B8-8FB6-97E1-8C24BA891C21}"/>
          </ac:spMkLst>
        </pc:spChg>
        <pc:picChg chg="del mod">
          <ac:chgData name="Rafael Sousa" userId="6283d31d4fc573e0" providerId="LiveId" clId="{B6C75F49-4DA4-4640-B607-E77EFEA570E3}" dt="2025-11-10T01:20:46.051" v="1547" actId="478"/>
          <ac:picMkLst>
            <pc:docMk/>
            <pc:sldMk cId="3512424305" sldId="297"/>
            <ac:picMk id="8" creationId="{A71AE42E-8DA4-F66F-9B8F-F4A8AB408FED}"/>
          </ac:picMkLst>
        </pc:picChg>
        <pc:picChg chg="add mod">
          <ac:chgData name="Rafael Sousa" userId="6283d31d4fc573e0" providerId="LiveId" clId="{B6C75F49-4DA4-4640-B607-E77EFEA570E3}" dt="2025-11-10T01:24:38.372" v="1554" actId="1076"/>
          <ac:picMkLst>
            <pc:docMk/>
            <pc:sldMk cId="3512424305" sldId="297"/>
            <ac:picMk id="15" creationId="{6491B9ED-0F42-2C7F-041A-DD2713F16BD2}"/>
          </ac:picMkLst>
        </pc:picChg>
      </pc:sldChg>
      <pc:sldChg chg="add del ord">
        <pc:chgData name="Rafael Sousa" userId="6283d31d4fc573e0" providerId="LiveId" clId="{B6C75F49-4DA4-4640-B607-E77EFEA570E3}" dt="2025-11-10T01:12:17.633" v="1454"/>
        <pc:sldMkLst>
          <pc:docMk/>
          <pc:sldMk cId="3795291914" sldId="297"/>
        </pc:sldMkLst>
      </pc:sldChg>
      <pc:sldChg chg="addSp delSp modSp add mod">
        <pc:chgData name="Rafael Sousa" userId="6283d31d4fc573e0" providerId="LiveId" clId="{B6C75F49-4DA4-4640-B607-E77EFEA570E3}" dt="2025-11-10T03:48:32.071" v="2799" actId="1076"/>
        <pc:sldMkLst>
          <pc:docMk/>
          <pc:sldMk cId="4157145303" sldId="298"/>
        </pc:sldMkLst>
        <pc:spChg chg="mod">
          <ac:chgData name="Rafael Sousa" userId="6283d31d4fc573e0" providerId="LiveId" clId="{B6C75F49-4DA4-4640-B607-E77EFEA570E3}" dt="2025-11-10T03:48:32.071" v="2799" actId="1076"/>
          <ac:spMkLst>
            <pc:docMk/>
            <pc:sldMk cId="4157145303" sldId="298"/>
            <ac:spMk id="3" creationId="{37D34FF0-1AD9-DBB3-754E-619D62E53454}"/>
          </ac:spMkLst>
        </pc:spChg>
        <pc:spChg chg="mod">
          <ac:chgData name="Rafael Sousa" userId="6283d31d4fc573e0" providerId="LiveId" clId="{B6C75F49-4DA4-4640-B607-E77EFEA570E3}" dt="2025-11-10T01:29:51.444" v="1582" actId="20577"/>
          <ac:spMkLst>
            <pc:docMk/>
            <pc:sldMk cId="4157145303" sldId="298"/>
            <ac:spMk id="7" creationId="{FF7B1872-ED3D-AA35-0763-55469CC52F09}"/>
          </ac:spMkLst>
        </pc:spChg>
        <pc:spChg chg="add mod">
          <ac:chgData name="Rafael Sousa" userId="6283d31d4fc573e0" providerId="LiveId" clId="{B6C75F49-4DA4-4640-B607-E77EFEA570E3}" dt="2025-11-10T01:28:54.163" v="1576" actId="1035"/>
          <ac:spMkLst>
            <pc:docMk/>
            <pc:sldMk cId="4157145303" sldId="298"/>
            <ac:spMk id="8" creationId="{F06165FD-410F-47FB-835D-DEDE2D3114A8}"/>
          </ac:spMkLst>
        </pc:spChg>
        <pc:picChg chg="add del mod">
          <ac:chgData name="Rafael Sousa" userId="6283d31d4fc573e0" providerId="LiveId" clId="{B6C75F49-4DA4-4640-B607-E77EFEA570E3}" dt="2025-11-10T01:28:40.145" v="1570" actId="22"/>
          <ac:picMkLst>
            <pc:docMk/>
            <pc:sldMk cId="4157145303" sldId="298"/>
            <ac:picMk id="10" creationId="{C017FF6D-C43F-5B8D-2A58-FBF9992B9CA0}"/>
          </ac:picMkLst>
        </pc:picChg>
        <pc:picChg chg="add mod">
          <ac:chgData name="Rafael Sousa" userId="6283d31d4fc573e0" providerId="LiveId" clId="{B6C75F49-4DA4-4640-B607-E77EFEA570E3}" dt="2025-11-10T01:29:04.176" v="1581" actId="14100"/>
          <ac:picMkLst>
            <pc:docMk/>
            <pc:sldMk cId="4157145303" sldId="298"/>
            <ac:picMk id="16" creationId="{E42C60B7-B8C9-0E21-AD8D-90BB247AFD4A}"/>
          </ac:picMkLst>
        </pc:picChg>
      </pc:sldChg>
      <pc:sldChg chg="modSp add mod ord">
        <pc:chgData name="Rafael Sousa" userId="6283d31d4fc573e0" providerId="LiveId" clId="{B6C75F49-4DA4-4640-B607-E77EFEA570E3}" dt="2025-11-10T01:36:01.362" v="1614"/>
        <pc:sldMkLst>
          <pc:docMk/>
          <pc:sldMk cId="2514718165" sldId="299"/>
        </pc:sldMkLst>
        <pc:spChg chg="mod">
          <ac:chgData name="Rafael Sousa" userId="6283d31d4fc573e0" providerId="LiveId" clId="{B6C75F49-4DA4-4640-B607-E77EFEA570E3}" dt="2025-11-10T01:32:22.804" v="1589"/>
          <ac:spMkLst>
            <pc:docMk/>
            <pc:sldMk cId="2514718165" sldId="299"/>
            <ac:spMk id="3" creationId="{EDC8DC7C-6B85-6ED6-9ADA-25DAEC40B21E}"/>
          </ac:spMkLst>
        </pc:spChg>
        <pc:spChg chg="mod">
          <ac:chgData name="Rafael Sousa" userId="6283d31d4fc573e0" providerId="LiveId" clId="{B6C75F49-4DA4-4640-B607-E77EFEA570E3}" dt="2025-11-10T01:31:47.203" v="1588" actId="20577"/>
          <ac:spMkLst>
            <pc:docMk/>
            <pc:sldMk cId="2514718165" sldId="299"/>
            <ac:spMk id="4" creationId="{E33A4120-B4ED-77AD-77F7-4F2C93AE2EFB}"/>
          </ac:spMkLst>
        </pc:spChg>
        <pc:spChg chg="mod">
          <ac:chgData name="Rafael Sousa" userId="6283d31d4fc573e0" providerId="LiveId" clId="{B6C75F49-4DA4-4640-B607-E77EFEA570E3}" dt="2025-11-10T01:36:01.362" v="1614"/>
          <ac:spMkLst>
            <pc:docMk/>
            <pc:sldMk cId="2514718165" sldId="299"/>
            <ac:spMk id="6" creationId="{49EC0A42-E68A-2EA4-F399-E61A7A2F8F45}"/>
          </ac:spMkLst>
        </pc:spChg>
      </pc:sldChg>
      <pc:sldChg chg="addSp delSp modSp add mod ord">
        <pc:chgData name="Rafael Sousa" userId="6283d31d4fc573e0" providerId="LiveId" clId="{B6C75F49-4DA4-4640-B607-E77EFEA570E3}" dt="2025-11-10T03:48:40.172" v="2800" actId="1076"/>
        <pc:sldMkLst>
          <pc:docMk/>
          <pc:sldMk cId="3273952242" sldId="300"/>
        </pc:sldMkLst>
        <pc:spChg chg="mod">
          <ac:chgData name="Rafael Sousa" userId="6283d31d4fc573e0" providerId="LiveId" clId="{B6C75F49-4DA4-4640-B607-E77EFEA570E3}" dt="2025-11-10T01:39:03.728" v="1662" actId="113"/>
          <ac:spMkLst>
            <pc:docMk/>
            <pc:sldMk cId="3273952242" sldId="300"/>
            <ac:spMk id="2" creationId="{AEF362D7-B56F-BBE2-C569-47A602C432D4}"/>
          </ac:spMkLst>
        </pc:spChg>
        <pc:spChg chg="mod">
          <ac:chgData name="Rafael Sousa" userId="6283d31d4fc573e0" providerId="LiveId" clId="{B6C75F49-4DA4-4640-B607-E77EFEA570E3}" dt="2025-11-10T03:48:40.172" v="2800" actId="1076"/>
          <ac:spMkLst>
            <pc:docMk/>
            <pc:sldMk cId="3273952242" sldId="300"/>
            <ac:spMk id="3" creationId="{0FE35350-986A-BDDB-62B9-1645A5D65DA6}"/>
          </ac:spMkLst>
        </pc:spChg>
        <pc:spChg chg="add mod">
          <ac:chgData name="Rafael Sousa" userId="6283d31d4fc573e0" providerId="LiveId" clId="{B6C75F49-4DA4-4640-B607-E77EFEA570E3}" dt="2025-11-10T01:46:25.032" v="1766" actId="14100"/>
          <ac:spMkLst>
            <pc:docMk/>
            <pc:sldMk cId="3273952242" sldId="300"/>
            <ac:spMk id="7" creationId="{8A4C8543-21AD-26D7-47BA-3A096A64DF4D}"/>
          </ac:spMkLst>
        </pc:spChg>
        <pc:spChg chg="del">
          <ac:chgData name="Rafael Sousa" userId="6283d31d4fc573e0" providerId="LiveId" clId="{B6C75F49-4DA4-4640-B607-E77EFEA570E3}" dt="2025-11-10T01:44:42.054" v="1708" actId="478"/>
          <ac:spMkLst>
            <pc:docMk/>
            <pc:sldMk cId="3273952242" sldId="300"/>
            <ac:spMk id="10" creationId="{4453DE6B-162F-0EE8-E061-83436D23B5F7}"/>
          </ac:spMkLst>
        </pc:spChg>
        <pc:spChg chg="del">
          <ac:chgData name="Rafael Sousa" userId="6283d31d4fc573e0" providerId="LiveId" clId="{B6C75F49-4DA4-4640-B607-E77EFEA570E3}" dt="2025-11-10T01:44:44.139" v="1709" actId="478"/>
          <ac:spMkLst>
            <pc:docMk/>
            <pc:sldMk cId="3273952242" sldId="300"/>
            <ac:spMk id="16" creationId="{8C03DCFE-0FA2-C65E-C144-73FFB6E854C9}"/>
          </ac:spMkLst>
        </pc:spChg>
        <pc:spChg chg="add mod">
          <ac:chgData name="Rafael Sousa" userId="6283d31d4fc573e0" providerId="LiveId" clId="{B6C75F49-4DA4-4640-B607-E77EFEA570E3}" dt="2025-11-10T01:46:47.339" v="1792" actId="1036"/>
          <ac:spMkLst>
            <pc:docMk/>
            <pc:sldMk cId="3273952242" sldId="300"/>
            <ac:spMk id="18" creationId="{53738465-3F3E-E3FB-BE10-7F7860C1367E}"/>
          </ac:spMkLst>
        </pc:spChg>
        <pc:picChg chg="del">
          <ac:chgData name="Rafael Sousa" userId="6283d31d4fc573e0" providerId="LiveId" clId="{B6C75F49-4DA4-4640-B607-E77EFEA570E3}" dt="2025-11-10T01:44:02.499" v="1701" actId="478"/>
          <ac:picMkLst>
            <pc:docMk/>
            <pc:sldMk cId="3273952242" sldId="300"/>
            <ac:picMk id="8" creationId="{B57C6505-F904-F8B5-CD9F-496DE257C387}"/>
          </ac:picMkLst>
        </pc:picChg>
        <pc:picChg chg="add del mod">
          <ac:chgData name="Rafael Sousa" userId="6283d31d4fc573e0" providerId="LiveId" clId="{B6C75F49-4DA4-4640-B607-E77EFEA570E3}" dt="2025-11-10T01:44:16.847" v="1705" actId="22"/>
          <ac:picMkLst>
            <pc:docMk/>
            <pc:sldMk cId="3273952242" sldId="300"/>
            <ac:picMk id="13" creationId="{3D819372-D9A9-0EA9-FDAA-D996DDAB1A28}"/>
          </ac:picMkLst>
        </pc:picChg>
        <pc:picChg chg="add mod">
          <ac:chgData name="Rafael Sousa" userId="6283d31d4fc573e0" providerId="LiveId" clId="{B6C75F49-4DA4-4640-B607-E77EFEA570E3}" dt="2025-11-10T01:46:28.996" v="1776" actId="1035"/>
          <ac:picMkLst>
            <pc:docMk/>
            <pc:sldMk cId="3273952242" sldId="300"/>
            <ac:picMk id="15" creationId="{06F89327-A1F0-5925-F947-B7546A6C6F2A}"/>
          </ac:picMkLst>
        </pc:picChg>
        <pc:picChg chg="add mod">
          <ac:chgData name="Rafael Sousa" userId="6283d31d4fc573e0" providerId="LiveId" clId="{B6C75F49-4DA4-4640-B607-E77EFEA570E3}" dt="2025-11-10T01:46:40.499" v="1788" actId="1036"/>
          <ac:picMkLst>
            <pc:docMk/>
            <pc:sldMk cId="3273952242" sldId="300"/>
            <ac:picMk id="20" creationId="{FD5830C3-5F3A-13C5-8B96-24E411C52B73}"/>
          </ac:picMkLst>
        </pc:picChg>
      </pc:sldChg>
      <pc:sldChg chg="addSp delSp modSp add mod">
        <pc:chgData name="Rafael Sousa" userId="6283d31d4fc573e0" providerId="LiveId" clId="{B6C75F49-4DA4-4640-B607-E77EFEA570E3}" dt="2025-11-10T03:48:47.931" v="2801" actId="1076"/>
        <pc:sldMkLst>
          <pc:docMk/>
          <pc:sldMk cId="3617374527" sldId="301"/>
        </pc:sldMkLst>
        <pc:spChg chg="mod">
          <ac:chgData name="Rafael Sousa" userId="6283d31d4fc573e0" providerId="LiveId" clId="{B6C75F49-4DA4-4640-B607-E77EFEA570E3}" dt="2025-11-10T01:48:10.247" v="1799" actId="113"/>
          <ac:spMkLst>
            <pc:docMk/>
            <pc:sldMk cId="3617374527" sldId="301"/>
            <ac:spMk id="2" creationId="{8DD6ED29-4FD9-A30E-B006-23F17290C8B7}"/>
          </ac:spMkLst>
        </pc:spChg>
        <pc:spChg chg="mod">
          <ac:chgData name="Rafael Sousa" userId="6283d31d4fc573e0" providerId="LiveId" clId="{B6C75F49-4DA4-4640-B607-E77EFEA570E3}" dt="2025-11-10T03:48:47.931" v="2801" actId="1076"/>
          <ac:spMkLst>
            <pc:docMk/>
            <pc:sldMk cId="3617374527" sldId="301"/>
            <ac:spMk id="3" creationId="{82D803C7-8D79-AD73-23AD-CD582000A952}"/>
          </ac:spMkLst>
        </pc:spChg>
        <pc:spChg chg="mod">
          <ac:chgData name="Rafael Sousa" userId="6283d31d4fc573e0" providerId="LiveId" clId="{B6C75F49-4DA4-4640-B607-E77EFEA570E3}" dt="2025-11-10T02:02:43.659" v="1903" actId="1036"/>
          <ac:spMkLst>
            <pc:docMk/>
            <pc:sldMk cId="3617374527" sldId="301"/>
            <ac:spMk id="7" creationId="{56A92A30-B72B-9FAD-43E2-B2D7182EB17E}"/>
          </ac:spMkLst>
        </pc:spChg>
        <pc:spChg chg="add mod">
          <ac:chgData name="Rafael Sousa" userId="6283d31d4fc573e0" providerId="LiveId" clId="{B6C75F49-4DA4-4640-B607-E77EFEA570E3}" dt="2025-11-10T02:01:06.833" v="1858" actId="255"/>
          <ac:spMkLst>
            <pc:docMk/>
            <pc:sldMk cId="3617374527" sldId="301"/>
            <ac:spMk id="14" creationId="{B23D1140-A538-BB66-0B01-819C7FFE04AC}"/>
          </ac:spMkLst>
        </pc:spChg>
        <pc:spChg chg="del">
          <ac:chgData name="Rafael Sousa" userId="6283d31d4fc573e0" providerId="LiveId" clId="{B6C75F49-4DA4-4640-B607-E77EFEA570E3}" dt="2025-11-10T01:51:04.852" v="1820" actId="478"/>
          <ac:spMkLst>
            <pc:docMk/>
            <pc:sldMk cId="3617374527" sldId="301"/>
            <ac:spMk id="18" creationId="{C7689CDE-7CB7-2049-4261-A85DF494416F}"/>
          </ac:spMkLst>
        </pc:spChg>
        <pc:spChg chg="add mod">
          <ac:chgData name="Rafael Sousa" userId="6283d31d4fc573e0" providerId="LiveId" clId="{B6C75F49-4DA4-4640-B607-E77EFEA570E3}" dt="2025-11-10T02:02:37.778" v="1900" actId="1036"/>
          <ac:spMkLst>
            <pc:docMk/>
            <pc:sldMk cId="3617374527" sldId="301"/>
            <ac:spMk id="21" creationId="{3299B57F-F853-B184-8315-603A31F86628}"/>
          </ac:spMkLst>
        </pc:spChg>
        <pc:spChg chg="add mod">
          <ac:chgData name="Rafael Sousa" userId="6283d31d4fc573e0" providerId="LiveId" clId="{B6C75F49-4DA4-4640-B607-E77EFEA570E3}" dt="2025-11-10T02:02:48.076" v="1907" actId="1036"/>
          <ac:spMkLst>
            <pc:docMk/>
            <pc:sldMk cId="3617374527" sldId="301"/>
            <ac:spMk id="25" creationId="{DA4BEFD4-943E-5F5A-048C-272BA161019D}"/>
          </ac:spMkLst>
        </pc:spChg>
        <pc:picChg chg="add del mod">
          <ac:chgData name="Rafael Sousa" userId="6283d31d4fc573e0" providerId="LiveId" clId="{B6C75F49-4DA4-4640-B607-E77EFEA570E3}" dt="2025-11-10T01:51:06.435" v="1822" actId="478"/>
          <ac:picMkLst>
            <pc:docMk/>
            <pc:sldMk cId="3617374527" sldId="301"/>
            <ac:picMk id="8" creationId="{25B03B6C-5907-C04D-287A-0156696538D5}"/>
          </ac:picMkLst>
        </pc:picChg>
        <pc:picChg chg="add del">
          <ac:chgData name="Rafael Sousa" userId="6283d31d4fc573e0" providerId="LiveId" clId="{B6C75F49-4DA4-4640-B607-E77EFEA570E3}" dt="2025-11-10T01:54:11.690" v="1824" actId="478"/>
          <ac:picMkLst>
            <pc:docMk/>
            <pc:sldMk cId="3617374527" sldId="301"/>
            <ac:picMk id="10" creationId="{576B399E-E793-C605-821F-E16FDAE11BC8}"/>
          </ac:picMkLst>
        </pc:picChg>
        <pc:picChg chg="del">
          <ac:chgData name="Rafael Sousa" userId="6283d31d4fc573e0" providerId="LiveId" clId="{B6C75F49-4DA4-4640-B607-E77EFEA570E3}" dt="2025-11-10T01:49:30.837" v="1804" actId="478"/>
          <ac:picMkLst>
            <pc:docMk/>
            <pc:sldMk cId="3617374527" sldId="301"/>
            <ac:picMk id="15" creationId="{E0325EB0-5D6E-CCA0-EA60-70BE18ED1C02}"/>
          </ac:picMkLst>
        </pc:picChg>
        <pc:picChg chg="add mod">
          <ac:chgData name="Rafael Sousa" userId="6283d31d4fc573e0" providerId="LiveId" clId="{B6C75F49-4DA4-4640-B607-E77EFEA570E3}" dt="2025-11-10T02:02:37.778" v="1900" actId="1036"/>
          <ac:picMkLst>
            <pc:docMk/>
            <pc:sldMk cId="3617374527" sldId="301"/>
            <ac:picMk id="17" creationId="{4C3BE2AB-DC6F-023A-53BA-EFB08FB2E0FA}"/>
          </ac:picMkLst>
        </pc:picChg>
        <pc:picChg chg="del">
          <ac:chgData name="Rafael Sousa" userId="6283d31d4fc573e0" providerId="LiveId" clId="{B6C75F49-4DA4-4640-B607-E77EFEA570E3}" dt="2025-11-10T01:51:05.507" v="1821" actId="478"/>
          <ac:picMkLst>
            <pc:docMk/>
            <pc:sldMk cId="3617374527" sldId="301"/>
            <ac:picMk id="20" creationId="{C79375E0-39C2-D403-C027-3AD50AC192D6}"/>
          </ac:picMkLst>
        </pc:picChg>
        <pc:picChg chg="add del mod">
          <ac:chgData name="Rafael Sousa" userId="6283d31d4fc573e0" providerId="LiveId" clId="{B6C75F49-4DA4-4640-B607-E77EFEA570E3}" dt="2025-11-10T01:59:05.344" v="1849" actId="478"/>
          <ac:picMkLst>
            <pc:docMk/>
            <pc:sldMk cId="3617374527" sldId="301"/>
            <ac:picMk id="23" creationId="{350174CD-FF2E-5066-6DCA-2361D67BCC85}"/>
          </ac:picMkLst>
        </pc:picChg>
        <pc:picChg chg="add mod">
          <ac:chgData name="Rafael Sousa" userId="6283d31d4fc573e0" providerId="LiveId" clId="{B6C75F49-4DA4-4640-B607-E77EFEA570E3}" dt="2025-11-10T02:02:43.659" v="1903" actId="1036"/>
          <ac:picMkLst>
            <pc:docMk/>
            <pc:sldMk cId="3617374527" sldId="301"/>
            <ac:picMk id="27" creationId="{5FA06D31-AC85-6380-1420-40B843730870}"/>
          </ac:picMkLst>
        </pc:picChg>
        <pc:picChg chg="add mod">
          <ac:chgData name="Rafael Sousa" userId="6283d31d4fc573e0" providerId="LiveId" clId="{B6C75F49-4DA4-4640-B607-E77EFEA570E3}" dt="2025-11-10T02:02:16.891" v="1883" actId="1076"/>
          <ac:picMkLst>
            <pc:docMk/>
            <pc:sldMk cId="3617374527" sldId="301"/>
            <ac:picMk id="29" creationId="{AEEA0A26-2835-89B7-3EF1-58A70E9CF0B0}"/>
          </ac:picMkLst>
        </pc:picChg>
      </pc:sldChg>
      <pc:sldChg chg="modSp add mod ord">
        <pc:chgData name="Rafael Sousa" userId="6283d31d4fc573e0" providerId="LiveId" clId="{B6C75F49-4DA4-4640-B607-E77EFEA570E3}" dt="2025-11-10T02:16:14.140" v="1918"/>
        <pc:sldMkLst>
          <pc:docMk/>
          <pc:sldMk cId="679675944" sldId="302"/>
        </pc:sldMkLst>
        <pc:spChg chg="mod">
          <ac:chgData name="Rafael Sousa" userId="6283d31d4fc573e0" providerId="LiveId" clId="{B6C75F49-4DA4-4640-B607-E77EFEA570E3}" dt="2025-11-10T02:15:37.561" v="1915"/>
          <ac:spMkLst>
            <pc:docMk/>
            <pc:sldMk cId="679675944" sldId="302"/>
            <ac:spMk id="3" creationId="{D5B1D3D5-7E89-73C6-43CE-68D2B925302B}"/>
          </ac:spMkLst>
        </pc:spChg>
        <pc:spChg chg="mod">
          <ac:chgData name="Rafael Sousa" userId="6283d31d4fc573e0" providerId="LiveId" clId="{B6C75F49-4DA4-4640-B607-E77EFEA570E3}" dt="2025-11-10T02:14:32.693" v="1914" actId="20577"/>
          <ac:spMkLst>
            <pc:docMk/>
            <pc:sldMk cId="679675944" sldId="302"/>
            <ac:spMk id="4" creationId="{393D7A9D-772C-002E-BB88-7608DDCA82D5}"/>
          </ac:spMkLst>
        </pc:spChg>
        <pc:spChg chg="mod">
          <ac:chgData name="Rafael Sousa" userId="6283d31d4fc573e0" providerId="LiveId" clId="{B6C75F49-4DA4-4640-B607-E77EFEA570E3}" dt="2025-11-10T02:16:14.140" v="1918"/>
          <ac:spMkLst>
            <pc:docMk/>
            <pc:sldMk cId="679675944" sldId="302"/>
            <ac:spMk id="6" creationId="{E3695766-71A1-0C63-B06C-811D4DB299F5}"/>
          </ac:spMkLst>
        </pc:spChg>
      </pc:sldChg>
      <pc:sldChg chg="addSp delSp modSp add mod ord">
        <pc:chgData name="Rafael Sousa" userId="6283d31d4fc573e0" providerId="LiveId" clId="{B6C75F49-4DA4-4640-B607-E77EFEA570E3}" dt="2025-11-10T03:48:59.564" v="2802" actId="1076"/>
        <pc:sldMkLst>
          <pc:docMk/>
          <pc:sldMk cId="3340041021" sldId="303"/>
        </pc:sldMkLst>
        <pc:spChg chg="mod">
          <ac:chgData name="Rafael Sousa" userId="6283d31d4fc573e0" providerId="LiveId" clId="{B6C75F49-4DA4-4640-B607-E77EFEA570E3}" dt="2025-11-10T02:20:18.106" v="1929"/>
          <ac:spMkLst>
            <pc:docMk/>
            <pc:sldMk cId="3340041021" sldId="303"/>
            <ac:spMk id="2" creationId="{C0204B10-868A-18AF-4E4F-D55C0437B09A}"/>
          </ac:spMkLst>
        </pc:spChg>
        <pc:spChg chg="mod">
          <ac:chgData name="Rafael Sousa" userId="6283d31d4fc573e0" providerId="LiveId" clId="{B6C75F49-4DA4-4640-B607-E77EFEA570E3}" dt="2025-11-10T03:48:59.564" v="2802" actId="1076"/>
          <ac:spMkLst>
            <pc:docMk/>
            <pc:sldMk cId="3340041021" sldId="303"/>
            <ac:spMk id="3" creationId="{7EC00681-272F-9B76-6440-86D4D009A396}"/>
          </ac:spMkLst>
        </pc:spChg>
        <pc:spChg chg="add mod">
          <ac:chgData name="Rafael Sousa" userId="6283d31d4fc573e0" providerId="LiveId" clId="{B6C75F49-4DA4-4640-B607-E77EFEA570E3}" dt="2025-11-10T02:22:31.392" v="1944" actId="14100"/>
          <ac:spMkLst>
            <pc:docMk/>
            <pc:sldMk cId="3340041021" sldId="303"/>
            <ac:spMk id="7" creationId="{B350A43A-CAB0-DDEB-70E6-048218B53052}"/>
          </ac:spMkLst>
        </pc:spChg>
        <pc:spChg chg="del">
          <ac:chgData name="Rafael Sousa" userId="6283d31d4fc573e0" providerId="LiveId" clId="{B6C75F49-4DA4-4640-B607-E77EFEA570E3}" dt="2025-11-10T02:20:26.804" v="1931" actId="478"/>
          <ac:spMkLst>
            <pc:docMk/>
            <pc:sldMk cId="3340041021" sldId="303"/>
            <ac:spMk id="10" creationId="{98E94DD7-1956-732C-505A-CC488DEBA093}"/>
          </ac:spMkLst>
        </pc:spChg>
        <pc:spChg chg="add mod">
          <ac:chgData name="Rafael Sousa" userId="6283d31d4fc573e0" providerId="LiveId" clId="{B6C75F49-4DA4-4640-B607-E77EFEA570E3}" dt="2025-11-10T02:22:38.759" v="1945" actId="255"/>
          <ac:spMkLst>
            <pc:docMk/>
            <pc:sldMk cId="3340041021" sldId="303"/>
            <ac:spMk id="13" creationId="{52DB6538-C617-B223-91C3-25525163746C}"/>
          </ac:spMkLst>
        </pc:spChg>
        <pc:spChg chg="del">
          <ac:chgData name="Rafael Sousa" userId="6283d31d4fc573e0" providerId="LiveId" clId="{B6C75F49-4DA4-4640-B607-E77EFEA570E3}" dt="2025-11-10T02:20:28.316" v="1932" actId="478"/>
          <ac:spMkLst>
            <pc:docMk/>
            <pc:sldMk cId="3340041021" sldId="303"/>
            <ac:spMk id="16" creationId="{D5B1A1A0-2AE9-1BC0-BBD4-AE5C7DEC90F2}"/>
          </ac:spMkLst>
        </pc:spChg>
        <pc:picChg chg="del">
          <ac:chgData name="Rafael Sousa" userId="6283d31d4fc573e0" providerId="LiveId" clId="{B6C75F49-4DA4-4640-B607-E77EFEA570E3}" dt="2025-11-10T02:20:24.709" v="1930" actId="478"/>
          <ac:picMkLst>
            <pc:docMk/>
            <pc:sldMk cId="3340041021" sldId="303"/>
            <ac:picMk id="8" creationId="{45A8C8ED-3D88-B91B-0E9F-541EC5454355}"/>
          </ac:picMkLst>
        </pc:picChg>
        <pc:picChg chg="add mod">
          <ac:chgData name="Rafael Sousa" userId="6283d31d4fc573e0" providerId="LiveId" clId="{B6C75F49-4DA4-4640-B607-E77EFEA570E3}" dt="2025-11-10T02:22:17.551" v="1941" actId="1076"/>
          <ac:picMkLst>
            <pc:docMk/>
            <pc:sldMk cId="3340041021" sldId="303"/>
            <ac:picMk id="15" creationId="{4244E5B0-6D95-15D0-77BF-1F09D8B09480}"/>
          </ac:picMkLst>
        </pc:picChg>
      </pc:sldChg>
      <pc:sldChg chg="addSp delSp modSp add mod">
        <pc:chgData name="Rafael Sousa" userId="6283d31d4fc573e0" providerId="LiveId" clId="{B6C75F49-4DA4-4640-B607-E77EFEA570E3}" dt="2025-11-10T04:11:13.871" v="2850" actId="1076"/>
        <pc:sldMkLst>
          <pc:docMk/>
          <pc:sldMk cId="184046284" sldId="304"/>
        </pc:sldMkLst>
        <pc:spChg chg="mod">
          <ac:chgData name="Rafael Sousa" userId="6283d31d4fc573e0" providerId="LiveId" clId="{B6C75F49-4DA4-4640-B607-E77EFEA570E3}" dt="2025-11-10T02:27:14.156" v="1978" actId="20577"/>
          <ac:spMkLst>
            <pc:docMk/>
            <pc:sldMk cId="184046284" sldId="304"/>
            <ac:spMk id="2" creationId="{1FAD6F9C-9411-39E9-33D2-224AA955AEF2}"/>
          </ac:spMkLst>
        </pc:spChg>
        <pc:spChg chg="mod">
          <ac:chgData name="Rafael Sousa" userId="6283d31d4fc573e0" providerId="LiveId" clId="{B6C75F49-4DA4-4640-B607-E77EFEA570E3}" dt="2025-11-10T04:11:13.871" v="2850" actId="1076"/>
          <ac:spMkLst>
            <pc:docMk/>
            <pc:sldMk cId="184046284" sldId="304"/>
            <ac:spMk id="3" creationId="{8C594121-6C10-CB93-381B-6FE1A6346FB0}"/>
          </ac:spMkLst>
        </pc:spChg>
        <pc:spChg chg="del">
          <ac:chgData name="Rafael Sousa" userId="6283d31d4fc573e0" providerId="LiveId" clId="{B6C75F49-4DA4-4640-B607-E77EFEA570E3}" dt="2025-11-10T02:25:17.069" v="1957" actId="478"/>
          <ac:spMkLst>
            <pc:docMk/>
            <pc:sldMk cId="184046284" sldId="304"/>
            <ac:spMk id="7" creationId="{D4149358-22B0-9E2F-83A2-56A64A310B02}"/>
          </ac:spMkLst>
        </pc:spChg>
        <pc:spChg chg="add mod">
          <ac:chgData name="Rafael Sousa" userId="6283d31d4fc573e0" providerId="LiveId" clId="{B6C75F49-4DA4-4640-B607-E77EFEA570E3}" dt="2025-11-10T02:26:27.511" v="1970" actId="1076"/>
          <ac:spMkLst>
            <pc:docMk/>
            <pc:sldMk cId="184046284" sldId="304"/>
            <ac:spMk id="10" creationId="{CEFF27CD-AF89-0847-0C25-3DFC304C8CE2}"/>
          </ac:spMkLst>
        </pc:spChg>
        <pc:spChg chg="del">
          <ac:chgData name="Rafael Sousa" userId="6283d31d4fc573e0" providerId="LiveId" clId="{B6C75F49-4DA4-4640-B607-E77EFEA570E3}" dt="2025-11-10T02:25:14.500" v="1956" actId="478"/>
          <ac:spMkLst>
            <pc:docMk/>
            <pc:sldMk cId="184046284" sldId="304"/>
            <ac:spMk id="13" creationId="{16AA7006-0D4A-6281-F875-1820589AEA07}"/>
          </ac:spMkLst>
        </pc:spChg>
        <pc:picChg chg="add mod">
          <ac:chgData name="Rafael Sousa" userId="6283d31d4fc573e0" providerId="LiveId" clId="{B6C75F49-4DA4-4640-B607-E77EFEA570E3}" dt="2025-11-10T02:25:08.184" v="1954" actId="1076"/>
          <ac:picMkLst>
            <pc:docMk/>
            <pc:sldMk cId="184046284" sldId="304"/>
            <ac:picMk id="8" creationId="{54B498A7-83E3-CE73-DAD1-4110DAE9E240}"/>
          </ac:picMkLst>
        </pc:picChg>
        <pc:picChg chg="del">
          <ac:chgData name="Rafael Sousa" userId="6283d31d4fc573e0" providerId="LiveId" clId="{B6C75F49-4DA4-4640-B607-E77EFEA570E3}" dt="2025-11-10T02:25:12.427" v="1955" actId="478"/>
          <ac:picMkLst>
            <pc:docMk/>
            <pc:sldMk cId="184046284" sldId="304"/>
            <ac:picMk id="15" creationId="{92E28440-F393-3996-3E71-6F0D21F21ACD}"/>
          </ac:picMkLst>
        </pc:picChg>
      </pc:sldChg>
      <pc:sldChg chg="addSp delSp modSp add mod">
        <pc:chgData name="Rafael Sousa" userId="6283d31d4fc573e0" providerId="LiveId" clId="{B6C75F49-4DA4-4640-B607-E77EFEA570E3}" dt="2025-11-10T03:49:08.853" v="2803" actId="1076"/>
        <pc:sldMkLst>
          <pc:docMk/>
          <pc:sldMk cId="2082360435" sldId="305"/>
        </pc:sldMkLst>
        <pc:spChg chg="mod">
          <ac:chgData name="Rafael Sousa" userId="6283d31d4fc573e0" providerId="LiveId" clId="{B6C75F49-4DA4-4640-B607-E77EFEA570E3}" dt="2025-11-10T02:27:22.717" v="1986" actId="20577"/>
          <ac:spMkLst>
            <pc:docMk/>
            <pc:sldMk cId="2082360435" sldId="305"/>
            <ac:spMk id="2" creationId="{48E094BC-9A33-0DE3-08CC-AEB75032B83A}"/>
          </ac:spMkLst>
        </pc:spChg>
        <pc:spChg chg="mod">
          <ac:chgData name="Rafael Sousa" userId="6283d31d4fc573e0" providerId="LiveId" clId="{B6C75F49-4DA4-4640-B607-E77EFEA570E3}" dt="2025-11-10T03:49:08.853" v="2803" actId="1076"/>
          <ac:spMkLst>
            <pc:docMk/>
            <pc:sldMk cId="2082360435" sldId="305"/>
            <ac:spMk id="3" creationId="{9FE0B5AD-8007-C180-835B-4359FDF0E3CE}"/>
          </ac:spMkLst>
        </pc:spChg>
        <pc:spChg chg="add mod">
          <ac:chgData name="Rafael Sousa" userId="6283d31d4fc573e0" providerId="LiveId" clId="{B6C75F49-4DA4-4640-B607-E77EFEA570E3}" dt="2025-11-10T02:28:57.918" v="2011" actId="14100"/>
          <ac:spMkLst>
            <pc:docMk/>
            <pc:sldMk cId="2082360435" sldId="305"/>
            <ac:spMk id="7" creationId="{FF076538-D490-D690-DE63-FD84778DF346}"/>
          </ac:spMkLst>
        </pc:spChg>
        <pc:spChg chg="del">
          <ac:chgData name="Rafael Sousa" userId="6283d31d4fc573e0" providerId="LiveId" clId="{B6C75F49-4DA4-4640-B607-E77EFEA570E3}" dt="2025-11-10T02:29:09.052" v="2019" actId="478"/>
          <ac:spMkLst>
            <pc:docMk/>
            <pc:sldMk cId="2082360435" sldId="305"/>
            <ac:spMk id="10" creationId="{8919E083-4E6B-4DE9-4FD2-D818ECEDE2E9}"/>
          </ac:spMkLst>
        </pc:spChg>
        <pc:spChg chg="add mod">
          <ac:chgData name="Rafael Sousa" userId="6283d31d4fc573e0" providerId="LiveId" clId="{B6C75F49-4DA4-4640-B607-E77EFEA570E3}" dt="2025-11-10T02:30:51.713" v="2065" actId="14100"/>
          <ac:spMkLst>
            <pc:docMk/>
            <pc:sldMk cId="2082360435" sldId="305"/>
            <ac:spMk id="15" creationId="{8139488B-F5F7-8E52-CA11-5ECFF2C089BB}"/>
          </ac:spMkLst>
        </pc:spChg>
        <pc:picChg chg="del mod">
          <ac:chgData name="Rafael Sousa" userId="6283d31d4fc573e0" providerId="LiveId" clId="{B6C75F49-4DA4-4640-B607-E77EFEA570E3}" dt="2025-11-10T02:30:23.139" v="2026" actId="478"/>
          <ac:picMkLst>
            <pc:docMk/>
            <pc:sldMk cId="2082360435" sldId="305"/>
            <ac:picMk id="8" creationId="{891819B5-8A4B-93B4-88C9-8DF16301D967}"/>
          </ac:picMkLst>
        </pc:picChg>
        <pc:picChg chg="add mod">
          <ac:chgData name="Rafael Sousa" userId="6283d31d4fc573e0" providerId="LiveId" clId="{B6C75F49-4DA4-4640-B607-E77EFEA570E3}" dt="2025-11-10T02:30:33.763" v="2062" actId="1035"/>
          <ac:picMkLst>
            <pc:docMk/>
            <pc:sldMk cId="2082360435" sldId="305"/>
            <ac:picMk id="13" creationId="{8AF92D89-99B5-397D-FEAC-B0F12B6A1C10}"/>
          </ac:picMkLst>
        </pc:picChg>
      </pc:sldChg>
      <pc:sldChg chg="add del">
        <pc:chgData name="Rafael Sousa" userId="6283d31d4fc573e0" providerId="LiveId" clId="{B6C75F49-4DA4-4640-B607-E77EFEA570E3}" dt="2025-11-10T02:31:41.820" v="2067"/>
        <pc:sldMkLst>
          <pc:docMk/>
          <pc:sldMk cId="1010900425" sldId="306"/>
        </pc:sldMkLst>
      </pc:sldChg>
      <pc:sldChg chg="addSp delSp modSp add mod">
        <pc:chgData name="Rafael Sousa" userId="6283d31d4fc573e0" providerId="LiveId" clId="{B6C75F49-4DA4-4640-B607-E77EFEA570E3}" dt="2025-11-10T03:49:17.703" v="2804" actId="1076"/>
        <pc:sldMkLst>
          <pc:docMk/>
          <pc:sldMk cId="1471128624" sldId="306"/>
        </pc:sldMkLst>
        <pc:spChg chg="mod">
          <ac:chgData name="Rafael Sousa" userId="6283d31d4fc573e0" providerId="LiveId" clId="{B6C75F49-4DA4-4640-B607-E77EFEA570E3}" dt="2025-11-10T02:58:43.012" v="2377" actId="20577"/>
          <ac:spMkLst>
            <pc:docMk/>
            <pc:sldMk cId="1471128624" sldId="306"/>
            <ac:spMk id="2" creationId="{170C7C09-6CDC-F3CF-D2FA-809E728728B9}"/>
          </ac:spMkLst>
        </pc:spChg>
        <pc:spChg chg="mod">
          <ac:chgData name="Rafael Sousa" userId="6283d31d4fc573e0" providerId="LiveId" clId="{B6C75F49-4DA4-4640-B607-E77EFEA570E3}" dt="2025-11-10T03:49:17.703" v="2804" actId="1076"/>
          <ac:spMkLst>
            <pc:docMk/>
            <pc:sldMk cId="1471128624" sldId="306"/>
            <ac:spMk id="3" creationId="{A765D293-4093-49A9-D4FE-DD1888027B45}"/>
          </ac:spMkLst>
        </pc:spChg>
        <pc:spChg chg="mod">
          <ac:chgData name="Rafael Sousa" userId="6283d31d4fc573e0" providerId="LiveId" clId="{B6C75F49-4DA4-4640-B607-E77EFEA570E3}" dt="2025-11-10T02:45:42.143" v="2168"/>
          <ac:spMkLst>
            <pc:docMk/>
            <pc:sldMk cId="1471128624" sldId="306"/>
            <ac:spMk id="7" creationId="{D6BE0EDE-B2DE-FC2F-5D33-85802C26EC38}"/>
          </ac:spMkLst>
        </pc:spChg>
        <pc:spChg chg="del mod">
          <ac:chgData name="Rafael Sousa" userId="6283d31d4fc573e0" providerId="LiveId" clId="{B6C75F49-4DA4-4640-B607-E77EFEA570E3}" dt="2025-11-10T02:47:00.558" v="2235" actId="478"/>
          <ac:spMkLst>
            <pc:docMk/>
            <pc:sldMk cId="1471128624" sldId="306"/>
            <ac:spMk id="15" creationId="{B285B648-1BAC-945A-4E26-D88D1553866E}"/>
          </ac:spMkLst>
        </pc:spChg>
        <pc:spChg chg="add mod">
          <ac:chgData name="Rafael Sousa" userId="6283d31d4fc573e0" providerId="LiveId" clId="{B6C75F49-4DA4-4640-B607-E77EFEA570E3}" dt="2025-11-10T02:48:05.286" v="2247" actId="113"/>
          <ac:spMkLst>
            <pc:docMk/>
            <pc:sldMk cId="1471128624" sldId="306"/>
            <ac:spMk id="16" creationId="{4468477A-9496-B419-7644-F2D79E159CBD}"/>
          </ac:spMkLst>
        </pc:spChg>
        <pc:picChg chg="add del mod">
          <ac:chgData name="Rafael Sousa" userId="6283d31d4fc573e0" providerId="LiveId" clId="{B6C75F49-4DA4-4640-B607-E77EFEA570E3}" dt="2025-11-10T02:46:39.609" v="2205" actId="478"/>
          <ac:picMkLst>
            <pc:docMk/>
            <pc:sldMk cId="1471128624" sldId="306"/>
            <ac:picMk id="8" creationId="{AF3C6B9E-5347-A454-85CB-36E822B13CC2}"/>
          </ac:picMkLst>
        </pc:picChg>
        <pc:picChg chg="add mod">
          <ac:chgData name="Rafael Sousa" userId="6283d31d4fc573e0" providerId="LiveId" clId="{B6C75F49-4DA4-4640-B607-E77EFEA570E3}" dt="2025-11-10T02:46:47.172" v="2234" actId="1035"/>
          <ac:picMkLst>
            <pc:docMk/>
            <pc:sldMk cId="1471128624" sldId="306"/>
            <ac:picMk id="10" creationId="{B576D9DE-DD8C-E3B5-D9C5-4D8D056721E6}"/>
          </ac:picMkLst>
        </pc:picChg>
        <pc:picChg chg="del">
          <ac:chgData name="Rafael Sousa" userId="6283d31d4fc573e0" providerId="LiveId" clId="{B6C75F49-4DA4-4640-B607-E77EFEA570E3}" dt="2025-11-10T02:34:24.500" v="2072" actId="478"/>
          <ac:picMkLst>
            <pc:docMk/>
            <pc:sldMk cId="1471128624" sldId="306"/>
            <ac:picMk id="13" creationId="{2FAF8507-83FD-215B-49A7-BD8DC5BC3FD3}"/>
          </ac:picMkLst>
        </pc:picChg>
      </pc:sldChg>
      <pc:sldChg chg="addSp delSp modSp add mod">
        <pc:chgData name="Rafael Sousa" userId="6283d31d4fc573e0" providerId="LiveId" clId="{B6C75F49-4DA4-4640-B607-E77EFEA570E3}" dt="2025-11-10T03:49:50.700" v="2808" actId="1076"/>
        <pc:sldMkLst>
          <pc:docMk/>
          <pc:sldMk cId="1547312622" sldId="307"/>
        </pc:sldMkLst>
        <pc:spChg chg="mod">
          <ac:chgData name="Rafael Sousa" userId="6283d31d4fc573e0" providerId="LiveId" clId="{B6C75F49-4DA4-4640-B607-E77EFEA570E3}" dt="2025-11-10T02:59:05.197" v="2386" actId="20577"/>
          <ac:spMkLst>
            <pc:docMk/>
            <pc:sldMk cId="1547312622" sldId="307"/>
            <ac:spMk id="2" creationId="{29204FE6-8BC6-7B2B-77D9-3F55B1DA6AF5}"/>
          </ac:spMkLst>
        </pc:spChg>
        <pc:spChg chg="mod">
          <ac:chgData name="Rafael Sousa" userId="6283d31d4fc573e0" providerId="LiveId" clId="{B6C75F49-4DA4-4640-B607-E77EFEA570E3}" dt="2025-11-10T03:49:50.700" v="2808" actId="1076"/>
          <ac:spMkLst>
            <pc:docMk/>
            <pc:sldMk cId="1547312622" sldId="307"/>
            <ac:spMk id="3" creationId="{692791FD-F707-03EB-88F6-F3847C2D33D9}"/>
          </ac:spMkLst>
        </pc:spChg>
        <pc:spChg chg="mod">
          <ac:chgData name="Rafael Sousa" userId="6283d31d4fc573e0" providerId="LiveId" clId="{B6C75F49-4DA4-4640-B607-E77EFEA570E3}" dt="2025-11-10T02:37:51.684" v="2109"/>
          <ac:spMkLst>
            <pc:docMk/>
            <pc:sldMk cId="1547312622" sldId="307"/>
            <ac:spMk id="7" creationId="{130CFA46-E38E-9746-77A1-ECFB1EF88D2A}"/>
          </ac:spMkLst>
        </pc:spChg>
        <pc:spChg chg="add mod">
          <ac:chgData name="Rafael Sousa" userId="6283d31d4fc573e0" providerId="LiveId" clId="{B6C75F49-4DA4-4640-B607-E77EFEA570E3}" dt="2025-11-10T02:40:27.626" v="2143" actId="1076"/>
          <ac:spMkLst>
            <pc:docMk/>
            <pc:sldMk cId="1547312622" sldId="307"/>
            <ac:spMk id="13" creationId="{4430005A-03F2-755C-8625-4F7818E09A44}"/>
          </ac:spMkLst>
        </pc:spChg>
        <pc:spChg chg="del">
          <ac:chgData name="Rafael Sousa" userId="6283d31d4fc573e0" providerId="LiveId" clId="{B6C75F49-4DA4-4640-B607-E77EFEA570E3}" dt="2025-11-10T02:38:37.576" v="2113" actId="478"/>
          <ac:spMkLst>
            <pc:docMk/>
            <pc:sldMk cId="1547312622" sldId="307"/>
            <ac:spMk id="15" creationId="{AB9309F0-23AC-3772-7B1F-5E76B08EF37D}"/>
          </ac:spMkLst>
        </pc:spChg>
        <pc:spChg chg="add mod">
          <ac:chgData name="Rafael Sousa" userId="6283d31d4fc573e0" providerId="LiveId" clId="{B6C75F49-4DA4-4640-B607-E77EFEA570E3}" dt="2025-11-10T02:40:43.996" v="2155" actId="1036"/>
          <ac:spMkLst>
            <pc:docMk/>
            <pc:sldMk cId="1547312622" sldId="307"/>
            <ac:spMk id="16" creationId="{A947C3CB-56CC-38FF-3511-A3B6BED6C256}"/>
          </ac:spMkLst>
        </pc:spChg>
        <pc:picChg chg="del">
          <ac:chgData name="Rafael Sousa" userId="6283d31d4fc573e0" providerId="LiveId" clId="{B6C75F49-4DA4-4640-B607-E77EFEA570E3}" dt="2025-11-10T02:38:17.620" v="2110" actId="478"/>
          <ac:picMkLst>
            <pc:docMk/>
            <pc:sldMk cId="1547312622" sldId="307"/>
            <ac:picMk id="8" creationId="{DC581382-857C-192C-9C0F-20698182F6F6}"/>
          </ac:picMkLst>
        </pc:picChg>
        <pc:picChg chg="add mod">
          <ac:chgData name="Rafael Sousa" userId="6283d31d4fc573e0" providerId="LiveId" clId="{B6C75F49-4DA4-4640-B607-E77EFEA570E3}" dt="2025-11-10T02:38:23.365" v="2112" actId="1076"/>
          <ac:picMkLst>
            <pc:docMk/>
            <pc:sldMk cId="1547312622" sldId="307"/>
            <ac:picMk id="9" creationId="{575548BF-67F7-D58E-85EF-ACDF2219AC72}"/>
          </ac:picMkLst>
        </pc:picChg>
      </pc:sldChg>
      <pc:sldChg chg="modSp add mod">
        <pc:chgData name="Rafael Sousa" userId="6283d31d4fc573e0" providerId="LiveId" clId="{B6C75F49-4DA4-4640-B607-E77EFEA570E3}" dt="2025-11-10T03:49:43.396" v="2807" actId="1076"/>
        <pc:sldMkLst>
          <pc:docMk/>
          <pc:sldMk cId="2585710277" sldId="308"/>
        </pc:sldMkLst>
        <pc:spChg chg="mod">
          <ac:chgData name="Rafael Sousa" userId="6283d31d4fc573e0" providerId="LiveId" clId="{B6C75F49-4DA4-4640-B607-E77EFEA570E3}" dt="2025-11-10T02:58:56.286" v="2383" actId="20577"/>
          <ac:spMkLst>
            <pc:docMk/>
            <pc:sldMk cId="2585710277" sldId="308"/>
            <ac:spMk id="2" creationId="{CF793C67-E59D-1D7C-EFF5-537EAF474EBD}"/>
          </ac:spMkLst>
        </pc:spChg>
        <pc:spChg chg="mod">
          <ac:chgData name="Rafael Sousa" userId="6283d31d4fc573e0" providerId="LiveId" clId="{B6C75F49-4DA4-4640-B607-E77EFEA570E3}" dt="2025-11-10T03:49:43.396" v="2807" actId="1076"/>
          <ac:spMkLst>
            <pc:docMk/>
            <pc:sldMk cId="2585710277" sldId="308"/>
            <ac:spMk id="3" creationId="{07BA73B4-4C47-17F5-27C7-2F5524B0EAD1}"/>
          </ac:spMkLst>
        </pc:spChg>
      </pc:sldChg>
      <pc:sldChg chg="addSp delSp modSp add mod">
        <pc:chgData name="Rafael Sousa" userId="6283d31d4fc573e0" providerId="LiveId" clId="{B6C75F49-4DA4-4640-B607-E77EFEA570E3}" dt="2025-11-10T03:49:25.003" v="2805" actId="1076"/>
        <pc:sldMkLst>
          <pc:docMk/>
          <pc:sldMk cId="403448538" sldId="309"/>
        </pc:sldMkLst>
        <pc:spChg chg="mod">
          <ac:chgData name="Rafael Sousa" userId="6283d31d4fc573e0" providerId="LiveId" clId="{B6C75F49-4DA4-4640-B607-E77EFEA570E3}" dt="2025-11-10T03:01:11.117" v="2438" actId="14100"/>
          <ac:spMkLst>
            <pc:docMk/>
            <pc:sldMk cId="403448538" sldId="309"/>
            <ac:spMk id="2" creationId="{3DB2277F-CF68-8D96-CA18-25EAA1673567}"/>
          </ac:spMkLst>
        </pc:spChg>
        <pc:spChg chg="mod">
          <ac:chgData name="Rafael Sousa" userId="6283d31d4fc573e0" providerId="LiveId" clId="{B6C75F49-4DA4-4640-B607-E77EFEA570E3}" dt="2025-11-10T03:49:25.003" v="2805" actId="1076"/>
          <ac:spMkLst>
            <pc:docMk/>
            <pc:sldMk cId="403448538" sldId="309"/>
            <ac:spMk id="3" creationId="{CB38E37D-38FA-A6D6-ECEC-6096E595CFD4}"/>
          </ac:spMkLst>
        </pc:spChg>
        <pc:spChg chg="mod">
          <ac:chgData name="Rafael Sousa" userId="6283d31d4fc573e0" providerId="LiveId" clId="{B6C75F49-4DA4-4640-B607-E77EFEA570E3}" dt="2025-11-10T03:00:55.119" v="2435" actId="1036"/>
          <ac:spMkLst>
            <pc:docMk/>
            <pc:sldMk cId="403448538" sldId="309"/>
            <ac:spMk id="7" creationId="{79C53D36-4D07-D416-75B7-4F182B509FE0}"/>
          </ac:spMkLst>
        </pc:spChg>
        <pc:spChg chg="add mod">
          <ac:chgData name="Rafael Sousa" userId="6283d31d4fc573e0" providerId="LiveId" clId="{B6C75F49-4DA4-4640-B607-E77EFEA570E3}" dt="2025-11-10T03:00:53.601" v="2432" actId="1036"/>
          <ac:spMkLst>
            <pc:docMk/>
            <pc:sldMk cId="403448538" sldId="309"/>
            <ac:spMk id="13" creationId="{4B831A1B-27AF-A4CC-D473-44FF98C92D4F}"/>
          </ac:spMkLst>
        </pc:spChg>
        <pc:spChg chg="del">
          <ac:chgData name="Rafael Sousa" userId="6283d31d4fc573e0" providerId="LiveId" clId="{B6C75F49-4DA4-4640-B607-E77EFEA570E3}" dt="2025-11-10T02:51:22.831" v="2315" actId="478"/>
          <ac:spMkLst>
            <pc:docMk/>
            <pc:sldMk cId="403448538" sldId="309"/>
            <ac:spMk id="16" creationId="{9FF35012-505A-4EDA-2531-3A1CDF810C9B}"/>
          </ac:spMkLst>
        </pc:spChg>
        <pc:picChg chg="add mod">
          <ac:chgData name="Rafael Sousa" userId="6283d31d4fc573e0" providerId="LiveId" clId="{B6C75F49-4DA4-4640-B607-E77EFEA570E3}" dt="2025-11-10T03:00:54.128" v="2433" actId="1036"/>
          <ac:picMkLst>
            <pc:docMk/>
            <pc:sldMk cId="403448538" sldId="309"/>
            <ac:picMk id="8" creationId="{15E2DEE3-A39F-1428-E9C0-23DB0C5CA651}"/>
          </ac:picMkLst>
        </pc:picChg>
        <pc:picChg chg="del">
          <ac:chgData name="Rafael Sousa" userId="6283d31d4fc573e0" providerId="LiveId" clId="{B6C75F49-4DA4-4640-B607-E77EFEA570E3}" dt="2025-11-10T02:50:56.703" v="2276" actId="478"/>
          <ac:picMkLst>
            <pc:docMk/>
            <pc:sldMk cId="403448538" sldId="309"/>
            <ac:picMk id="10" creationId="{9E692A0E-688A-66EC-1435-9ACC94E39637}"/>
          </ac:picMkLst>
        </pc:picChg>
      </pc:sldChg>
      <pc:sldChg chg="addSp delSp modSp add mod">
        <pc:chgData name="Rafael Sousa" userId="6283d31d4fc573e0" providerId="LiveId" clId="{B6C75F49-4DA4-4640-B607-E77EFEA570E3}" dt="2025-11-10T03:49:31.731" v="2806" actId="1076"/>
        <pc:sldMkLst>
          <pc:docMk/>
          <pc:sldMk cId="2349831334" sldId="310"/>
        </pc:sldMkLst>
        <pc:spChg chg="mod">
          <ac:chgData name="Rafael Sousa" userId="6283d31d4fc573e0" providerId="LiveId" clId="{B6C75F49-4DA4-4640-B607-E77EFEA570E3}" dt="2025-11-10T02:58:52.004" v="2381" actId="20577"/>
          <ac:spMkLst>
            <pc:docMk/>
            <pc:sldMk cId="2349831334" sldId="310"/>
            <ac:spMk id="2" creationId="{FFE0D896-A42B-104C-4EE3-CC1D383FCF6A}"/>
          </ac:spMkLst>
        </pc:spChg>
        <pc:spChg chg="mod">
          <ac:chgData name="Rafael Sousa" userId="6283d31d4fc573e0" providerId="LiveId" clId="{B6C75F49-4DA4-4640-B607-E77EFEA570E3}" dt="2025-11-10T03:49:31.731" v="2806" actId="1076"/>
          <ac:spMkLst>
            <pc:docMk/>
            <pc:sldMk cId="2349831334" sldId="310"/>
            <ac:spMk id="3" creationId="{A3FEFF17-EA2C-0688-2F1B-C9226FCE63F9}"/>
          </ac:spMkLst>
        </pc:spChg>
        <pc:spChg chg="mod">
          <ac:chgData name="Rafael Sousa" userId="6283d31d4fc573e0" providerId="LiveId" clId="{B6C75F49-4DA4-4640-B607-E77EFEA570E3}" dt="2025-11-10T02:54:10.264" v="2331"/>
          <ac:spMkLst>
            <pc:docMk/>
            <pc:sldMk cId="2349831334" sldId="310"/>
            <ac:spMk id="7" creationId="{811C4233-9F4E-8A8E-7C0F-27EB9A087006}"/>
          </ac:spMkLst>
        </pc:spChg>
        <pc:spChg chg="del mod">
          <ac:chgData name="Rafael Sousa" userId="6283d31d4fc573e0" providerId="LiveId" clId="{B6C75F49-4DA4-4640-B607-E77EFEA570E3}" dt="2025-11-10T02:55:47.660" v="2362" actId="478"/>
          <ac:spMkLst>
            <pc:docMk/>
            <pc:sldMk cId="2349831334" sldId="310"/>
            <ac:spMk id="13" creationId="{853A2A72-58E7-735E-9F5B-0653CA921921}"/>
          </ac:spMkLst>
        </pc:spChg>
        <pc:spChg chg="add mod">
          <ac:chgData name="Rafael Sousa" userId="6283d31d4fc573e0" providerId="LiveId" clId="{B6C75F49-4DA4-4640-B607-E77EFEA570E3}" dt="2025-11-10T02:55:12.777" v="2361" actId="2711"/>
          <ac:spMkLst>
            <pc:docMk/>
            <pc:sldMk cId="2349831334" sldId="310"/>
            <ac:spMk id="14" creationId="{7E2B49C9-44DB-F9CC-B13A-A8E5B9F9A47D}"/>
          </ac:spMkLst>
        </pc:spChg>
        <pc:picChg chg="del mod">
          <ac:chgData name="Rafael Sousa" userId="6283d31d4fc573e0" providerId="LiveId" clId="{B6C75F49-4DA4-4640-B607-E77EFEA570E3}" dt="2025-11-10T02:54:35.389" v="2335" actId="478"/>
          <ac:picMkLst>
            <pc:docMk/>
            <pc:sldMk cId="2349831334" sldId="310"/>
            <ac:picMk id="8" creationId="{C6107D36-E637-9F85-4A83-2B7433B20001}"/>
          </ac:picMkLst>
        </pc:picChg>
        <pc:picChg chg="add mod">
          <ac:chgData name="Rafael Sousa" userId="6283d31d4fc573e0" providerId="LiveId" clId="{B6C75F49-4DA4-4640-B607-E77EFEA570E3}" dt="2025-11-10T02:54:41.822" v="2337" actId="1076"/>
          <ac:picMkLst>
            <pc:docMk/>
            <pc:sldMk cId="2349831334" sldId="310"/>
            <ac:picMk id="9" creationId="{90524BBB-7B18-2F4C-C8ED-3EB980703576}"/>
          </ac:picMkLst>
        </pc:picChg>
      </pc:sldChg>
      <pc:sldChg chg="modSp add mod ord">
        <pc:chgData name="Rafael Sousa" userId="6283d31d4fc573e0" providerId="LiveId" clId="{B6C75F49-4DA4-4640-B607-E77EFEA570E3}" dt="2025-11-10T03:05:10.480" v="2450" actId="20577"/>
        <pc:sldMkLst>
          <pc:docMk/>
          <pc:sldMk cId="3453220071" sldId="311"/>
        </pc:sldMkLst>
        <pc:spChg chg="mod">
          <ac:chgData name="Rafael Sousa" userId="6283d31d4fc573e0" providerId="LiveId" clId="{B6C75F49-4DA4-4640-B607-E77EFEA570E3}" dt="2025-11-10T03:03:27.566" v="2446"/>
          <ac:spMkLst>
            <pc:docMk/>
            <pc:sldMk cId="3453220071" sldId="311"/>
            <ac:spMk id="3" creationId="{AFACBDCC-75C7-4390-F4F0-510C6E934C59}"/>
          </ac:spMkLst>
        </pc:spChg>
        <pc:spChg chg="mod">
          <ac:chgData name="Rafael Sousa" userId="6283d31d4fc573e0" providerId="LiveId" clId="{B6C75F49-4DA4-4640-B607-E77EFEA570E3}" dt="2025-11-10T03:02:29.893" v="2445" actId="20577"/>
          <ac:spMkLst>
            <pc:docMk/>
            <pc:sldMk cId="3453220071" sldId="311"/>
            <ac:spMk id="4" creationId="{7B951444-27CB-2EF8-4425-F8CC7B87D38E}"/>
          </ac:spMkLst>
        </pc:spChg>
        <pc:spChg chg="mod">
          <ac:chgData name="Rafael Sousa" userId="6283d31d4fc573e0" providerId="LiveId" clId="{B6C75F49-4DA4-4640-B607-E77EFEA570E3}" dt="2025-11-10T03:05:10.480" v="2450" actId="20577"/>
          <ac:spMkLst>
            <pc:docMk/>
            <pc:sldMk cId="3453220071" sldId="311"/>
            <ac:spMk id="6" creationId="{29BA33A7-6568-A52E-F561-024FFC328163}"/>
          </ac:spMkLst>
        </pc:spChg>
      </pc:sldChg>
      <pc:sldChg chg="addSp delSp modSp add mod ord">
        <pc:chgData name="Rafael Sousa" userId="6283d31d4fc573e0" providerId="LiveId" clId="{B6C75F49-4DA4-4640-B607-E77EFEA570E3}" dt="2025-11-10T03:49:59.897" v="2809" actId="1076"/>
        <pc:sldMkLst>
          <pc:docMk/>
          <pc:sldMk cId="3177653295" sldId="312"/>
        </pc:sldMkLst>
        <pc:spChg chg="mod">
          <ac:chgData name="Rafael Sousa" userId="6283d31d4fc573e0" providerId="LiveId" clId="{B6C75F49-4DA4-4640-B607-E77EFEA570E3}" dt="2025-11-10T03:11:09.960" v="2475" actId="122"/>
          <ac:spMkLst>
            <pc:docMk/>
            <pc:sldMk cId="3177653295" sldId="312"/>
            <ac:spMk id="2" creationId="{9BA534FD-98AD-869A-8185-34170798B524}"/>
          </ac:spMkLst>
        </pc:spChg>
        <pc:spChg chg="mod">
          <ac:chgData name="Rafael Sousa" userId="6283d31d4fc573e0" providerId="LiveId" clId="{B6C75F49-4DA4-4640-B607-E77EFEA570E3}" dt="2025-11-10T03:49:59.897" v="2809" actId="1076"/>
          <ac:spMkLst>
            <pc:docMk/>
            <pc:sldMk cId="3177653295" sldId="312"/>
            <ac:spMk id="3" creationId="{82A3C4B2-2992-2AD6-A82D-816647A781DB}"/>
          </ac:spMkLst>
        </pc:spChg>
        <pc:spChg chg="del">
          <ac:chgData name="Rafael Sousa" userId="6283d31d4fc573e0" providerId="LiveId" clId="{B6C75F49-4DA4-4640-B607-E77EFEA570E3}" dt="2025-11-10T03:07:45.411" v="2460" actId="478"/>
          <ac:spMkLst>
            <pc:docMk/>
            <pc:sldMk cId="3177653295" sldId="312"/>
            <ac:spMk id="10" creationId="{DF56C1B9-6F64-AE61-CF71-85285DCE80C3}"/>
          </ac:spMkLst>
        </pc:spChg>
        <pc:spChg chg="add mod">
          <ac:chgData name="Rafael Sousa" userId="6283d31d4fc573e0" providerId="LiveId" clId="{B6C75F49-4DA4-4640-B607-E77EFEA570E3}" dt="2025-11-10T03:27:37.860" v="2681" actId="1035"/>
          <ac:spMkLst>
            <pc:docMk/>
            <pc:sldMk cId="3177653295" sldId="312"/>
            <ac:spMk id="13" creationId="{32D4BECF-3DD9-87CA-AEEB-0222F0471726}"/>
          </ac:spMkLst>
        </pc:spChg>
        <pc:spChg chg="add mod">
          <ac:chgData name="Rafael Sousa" userId="6283d31d4fc573e0" providerId="LiveId" clId="{B6C75F49-4DA4-4640-B607-E77EFEA570E3}" dt="2025-11-10T03:27:50.384" v="2684" actId="15"/>
          <ac:spMkLst>
            <pc:docMk/>
            <pc:sldMk cId="3177653295" sldId="312"/>
            <ac:spMk id="15" creationId="{0E2240B1-6EB9-EA51-466B-8CDCA9C27839}"/>
          </ac:spMkLst>
        </pc:spChg>
        <pc:spChg chg="del">
          <ac:chgData name="Rafael Sousa" userId="6283d31d4fc573e0" providerId="LiveId" clId="{B6C75F49-4DA4-4640-B607-E77EFEA570E3}" dt="2025-11-10T03:07:47.693" v="2461" actId="478"/>
          <ac:spMkLst>
            <pc:docMk/>
            <pc:sldMk cId="3177653295" sldId="312"/>
            <ac:spMk id="16" creationId="{4AAD4AAD-B63F-4A0D-9ECD-DA478D6650B7}"/>
          </ac:spMkLst>
        </pc:spChg>
        <pc:picChg chg="add mod">
          <ac:chgData name="Rafael Sousa" userId="6283d31d4fc573e0" providerId="LiveId" clId="{B6C75F49-4DA4-4640-B607-E77EFEA570E3}" dt="2025-11-10T03:27:20.260" v="2665" actId="1035"/>
          <ac:picMkLst>
            <pc:docMk/>
            <pc:sldMk cId="3177653295" sldId="312"/>
            <ac:picMk id="7" creationId="{8DEDF889-489C-6AAB-2DA2-633E4DF9A22B}"/>
          </ac:picMkLst>
        </pc:picChg>
        <pc:picChg chg="del">
          <ac:chgData name="Rafael Sousa" userId="6283d31d4fc573e0" providerId="LiveId" clId="{B6C75F49-4DA4-4640-B607-E77EFEA570E3}" dt="2025-11-10T03:07:42.748" v="2459" actId="478"/>
          <ac:picMkLst>
            <pc:docMk/>
            <pc:sldMk cId="3177653295" sldId="312"/>
            <ac:picMk id="8" creationId="{735B2BB8-1066-F851-B079-F536572691A5}"/>
          </ac:picMkLst>
        </pc:picChg>
      </pc:sldChg>
      <pc:sldChg chg="addSp delSp modSp add mod ord">
        <pc:chgData name="Rafael Sousa" userId="6283d31d4fc573e0" providerId="LiveId" clId="{B6C75F49-4DA4-4640-B607-E77EFEA570E3}" dt="2025-11-10T03:30:45.970" v="2689"/>
        <pc:sldMkLst>
          <pc:docMk/>
          <pc:sldMk cId="3272706555" sldId="313"/>
        </pc:sldMkLst>
        <pc:spChg chg="del mod">
          <ac:chgData name="Rafael Sousa" userId="6283d31d4fc573e0" providerId="LiveId" clId="{B6C75F49-4DA4-4640-B607-E77EFEA570E3}" dt="2025-11-10T03:21:57.763" v="2585" actId="478"/>
          <ac:spMkLst>
            <pc:docMk/>
            <pc:sldMk cId="3272706555" sldId="313"/>
            <ac:spMk id="2" creationId="{A84C906A-CA0E-ADAB-B23E-AC8F3FDAD437}"/>
          </ac:spMkLst>
        </pc:spChg>
        <pc:spChg chg="mod">
          <ac:chgData name="Rafael Sousa" userId="6283d31d4fc573e0" providerId="LiveId" clId="{B6C75F49-4DA4-4640-B607-E77EFEA570E3}" dt="2025-11-10T03:30:45.970" v="2689"/>
          <ac:spMkLst>
            <pc:docMk/>
            <pc:sldMk cId="3272706555" sldId="313"/>
            <ac:spMk id="3" creationId="{3D0EB8D4-EC50-FF88-B242-DDBAC7877C68}"/>
          </ac:spMkLst>
        </pc:spChg>
        <pc:spChg chg="add del mod">
          <ac:chgData name="Rafael Sousa" userId="6283d31d4fc573e0" providerId="LiveId" clId="{B6C75F49-4DA4-4640-B607-E77EFEA570E3}" dt="2025-11-10T03:22:07.212" v="2587" actId="478"/>
          <ac:spMkLst>
            <pc:docMk/>
            <pc:sldMk cId="3272706555" sldId="313"/>
            <ac:spMk id="7" creationId="{1BE43C8F-DDE1-812C-9FD6-3D7A6CCEC440}"/>
          </ac:spMkLst>
        </pc:spChg>
        <pc:spChg chg="del">
          <ac:chgData name="Rafael Sousa" userId="6283d31d4fc573e0" providerId="LiveId" clId="{B6C75F49-4DA4-4640-B607-E77EFEA570E3}" dt="2025-11-10T03:20:37.567" v="2492" actId="478"/>
          <ac:spMkLst>
            <pc:docMk/>
            <pc:sldMk cId="3272706555" sldId="313"/>
            <ac:spMk id="10" creationId="{B52224CA-DFD1-F50D-DF77-B3A6DFFAD54E}"/>
          </ac:spMkLst>
        </pc:spChg>
        <pc:spChg chg="add mod">
          <ac:chgData name="Rafael Sousa" userId="6283d31d4fc573e0" providerId="LiveId" clId="{B6C75F49-4DA4-4640-B607-E77EFEA570E3}" dt="2025-11-10T03:22:46.853" v="2625" actId="20577"/>
          <ac:spMkLst>
            <pc:docMk/>
            <pc:sldMk cId="3272706555" sldId="313"/>
            <ac:spMk id="13" creationId="{7BDBD585-7992-D50A-5738-0603F552988C}"/>
          </ac:spMkLst>
        </pc:spChg>
        <pc:spChg chg="add del mod">
          <ac:chgData name="Rafael Sousa" userId="6283d31d4fc573e0" providerId="LiveId" clId="{B6C75F49-4DA4-4640-B607-E77EFEA570E3}" dt="2025-11-10T03:23:40.182" v="2629" actId="478"/>
          <ac:spMkLst>
            <pc:docMk/>
            <pc:sldMk cId="3272706555" sldId="313"/>
            <ac:spMk id="15" creationId="{EAA99A66-B093-A23D-51F0-9D7A9FE80249}"/>
          </ac:spMkLst>
        </pc:spChg>
        <pc:spChg chg="del">
          <ac:chgData name="Rafael Sousa" userId="6283d31d4fc573e0" providerId="LiveId" clId="{B6C75F49-4DA4-4640-B607-E77EFEA570E3}" dt="2025-11-10T03:20:39.368" v="2493" actId="478"/>
          <ac:spMkLst>
            <pc:docMk/>
            <pc:sldMk cId="3272706555" sldId="313"/>
            <ac:spMk id="16" creationId="{A26139DF-181E-2A4B-5D3C-4F6E61745C86}"/>
          </ac:spMkLst>
        </pc:spChg>
        <pc:graphicFrameChg chg="add mod modGraphic">
          <ac:chgData name="Rafael Sousa" userId="6283d31d4fc573e0" providerId="LiveId" clId="{B6C75F49-4DA4-4640-B607-E77EFEA570E3}" dt="2025-11-10T03:23:56.133" v="2635" actId="114"/>
          <ac:graphicFrameMkLst>
            <pc:docMk/>
            <pc:sldMk cId="3272706555" sldId="313"/>
            <ac:graphicFrameMk id="6" creationId="{21A2055F-9949-2875-D29A-49085D4A7D6A}"/>
          </ac:graphicFrameMkLst>
        </pc:graphicFrameChg>
        <pc:picChg chg="del">
          <ac:chgData name="Rafael Sousa" userId="6283d31d4fc573e0" providerId="LiveId" clId="{B6C75F49-4DA4-4640-B607-E77EFEA570E3}" dt="2025-11-10T03:20:35.809" v="2491" actId="478"/>
          <ac:picMkLst>
            <pc:docMk/>
            <pc:sldMk cId="3272706555" sldId="313"/>
            <ac:picMk id="8" creationId="{FBADD9AC-141A-1566-9796-D1562D174098}"/>
          </ac:picMkLst>
        </pc:picChg>
      </pc:sldChg>
      <pc:sldChg chg="modSp add mod ord">
        <pc:chgData name="Rafael Sousa" userId="6283d31d4fc573e0" providerId="LiveId" clId="{B6C75F49-4DA4-4640-B607-E77EFEA570E3}" dt="2025-11-10T03:20:01.526" v="2487"/>
        <pc:sldMkLst>
          <pc:docMk/>
          <pc:sldMk cId="3689781760" sldId="314"/>
        </pc:sldMkLst>
        <pc:spChg chg="mod">
          <ac:chgData name="Rafael Sousa" userId="6283d31d4fc573e0" providerId="LiveId" clId="{B6C75F49-4DA4-4640-B607-E77EFEA570E3}" dt="2025-11-10T03:17:10.868" v="2484"/>
          <ac:spMkLst>
            <pc:docMk/>
            <pc:sldMk cId="3689781760" sldId="314"/>
            <ac:spMk id="3" creationId="{CD74D23D-08FB-D2E5-CFA6-26444C052F65}"/>
          </ac:spMkLst>
        </pc:spChg>
        <pc:spChg chg="mod">
          <ac:chgData name="Rafael Sousa" userId="6283d31d4fc573e0" providerId="LiveId" clId="{B6C75F49-4DA4-4640-B607-E77EFEA570E3}" dt="2025-11-10T03:16:43.654" v="2480" actId="20577"/>
          <ac:spMkLst>
            <pc:docMk/>
            <pc:sldMk cId="3689781760" sldId="314"/>
            <ac:spMk id="4" creationId="{24798214-39E5-0C3D-35AC-ED5F6F1E8D6D}"/>
          </ac:spMkLst>
        </pc:spChg>
        <pc:spChg chg="mod">
          <ac:chgData name="Rafael Sousa" userId="6283d31d4fc573e0" providerId="LiveId" clId="{B6C75F49-4DA4-4640-B607-E77EFEA570E3}" dt="2025-11-10T03:20:01.526" v="2487"/>
          <ac:spMkLst>
            <pc:docMk/>
            <pc:sldMk cId="3689781760" sldId="314"/>
            <ac:spMk id="6" creationId="{4844BEB6-5E8C-A195-6CD0-1B3A88E190AC}"/>
          </ac:spMkLst>
        </pc:spChg>
      </pc:sldChg>
      <pc:sldChg chg="addSp delSp modSp add mod ord">
        <pc:chgData name="Rafael Sousa" userId="6283d31d4fc573e0" providerId="LiveId" clId="{B6C75F49-4DA4-4640-B607-E77EFEA570E3}" dt="2025-11-10T03:55:03.590" v="2849" actId="1076"/>
        <pc:sldMkLst>
          <pc:docMk/>
          <pc:sldMk cId="227542962" sldId="315"/>
        </pc:sldMkLst>
        <pc:spChg chg="mod">
          <ac:chgData name="Rafael Sousa" userId="6283d31d4fc573e0" providerId="LiveId" clId="{B6C75F49-4DA4-4640-B607-E77EFEA570E3}" dt="2025-11-10T03:40:15.321" v="2739"/>
          <ac:spMkLst>
            <pc:docMk/>
            <pc:sldMk cId="227542962" sldId="315"/>
            <ac:spMk id="2" creationId="{D81908DD-3E30-6EA8-2676-7367B6529630}"/>
          </ac:spMkLst>
        </pc:spChg>
        <pc:spChg chg="mod">
          <ac:chgData name="Rafael Sousa" userId="6283d31d4fc573e0" providerId="LiveId" clId="{B6C75F49-4DA4-4640-B607-E77EFEA570E3}" dt="2025-11-10T03:55:03.590" v="2849" actId="1076"/>
          <ac:spMkLst>
            <pc:docMk/>
            <pc:sldMk cId="227542962" sldId="315"/>
            <ac:spMk id="3" creationId="{6098E17A-926A-93FC-3A1D-8D2115A19189}"/>
          </ac:spMkLst>
        </pc:spChg>
        <pc:spChg chg="add mod">
          <ac:chgData name="Rafael Sousa" userId="6283d31d4fc573e0" providerId="LiveId" clId="{B6C75F49-4DA4-4640-B607-E77EFEA570E3}" dt="2025-11-10T03:41:59.661" v="2790" actId="1035"/>
          <ac:spMkLst>
            <pc:docMk/>
            <pc:sldMk cId="227542962" sldId="315"/>
            <ac:spMk id="7" creationId="{C83A3BDF-C723-9ED7-BA49-9E52703E2D0D}"/>
          </ac:spMkLst>
        </pc:spChg>
        <pc:spChg chg="del">
          <ac:chgData name="Rafael Sousa" userId="6283d31d4fc573e0" providerId="LiveId" clId="{B6C75F49-4DA4-4640-B607-E77EFEA570E3}" dt="2025-11-10T03:36:32.132" v="2714" actId="478"/>
          <ac:spMkLst>
            <pc:docMk/>
            <pc:sldMk cId="227542962" sldId="315"/>
            <ac:spMk id="10" creationId="{2D221958-7891-BF1C-E8DB-4956D3F1A0C8}"/>
          </ac:spMkLst>
        </pc:spChg>
        <pc:spChg chg="add mod">
          <ac:chgData name="Rafael Sousa" userId="6283d31d4fc573e0" providerId="LiveId" clId="{B6C75F49-4DA4-4640-B607-E77EFEA570E3}" dt="2025-11-10T03:42:01.875" v="2792" actId="1035"/>
          <ac:spMkLst>
            <pc:docMk/>
            <pc:sldMk cId="227542962" sldId="315"/>
            <ac:spMk id="13" creationId="{558CE903-ECE6-4BDD-C748-B6A516F46AD5}"/>
          </ac:spMkLst>
        </pc:spChg>
        <pc:spChg chg="del">
          <ac:chgData name="Rafael Sousa" userId="6283d31d4fc573e0" providerId="LiveId" clId="{B6C75F49-4DA4-4640-B607-E77EFEA570E3}" dt="2025-11-10T03:36:34.901" v="2715" actId="478"/>
          <ac:spMkLst>
            <pc:docMk/>
            <pc:sldMk cId="227542962" sldId="315"/>
            <ac:spMk id="16" creationId="{C74E93DD-1D6D-76DE-30E3-7802EC6CAD63}"/>
          </ac:spMkLst>
        </pc:spChg>
        <pc:picChg chg="del">
          <ac:chgData name="Rafael Sousa" userId="6283d31d4fc573e0" providerId="LiveId" clId="{B6C75F49-4DA4-4640-B607-E77EFEA570E3}" dt="2025-11-10T03:36:29.696" v="2713" actId="478"/>
          <ac:picMkLst>
            <pc:docMk/>
            <pc:sldMk cId="227542962" sldId="315"/>
            <ac:picMk id="8" creationId="{7E34015A-89BF-52EF-7614-7D44B12BAB64}"/>
          </ac:picMkLst>
        </pc:picChg>
      </pc:sldChg>
      <pc:sldChg chg="modSp add mod ord">
        <pc:chgData name="Rafael Sousa" userId="6283d31d4fc573e0" providerId="LiveId" clId="{B6C75F49-4DA4-4640-B607-E77EFEA570E3}" dt="2025-11-10T03:54:08.325" v="2835" actId="20577"/>
        <pc:sldMkLst>
          <pc:docMk/>
          <pc:sldMk cId="1884374415" sldId="316"/>
        </pc:sldMkLst>
        <pc:spChg chg="mod">
          <ac:chgData name="Rafael Sousa" userId="6283d31d4fc573e0" providerId="LiveId" clId="{B6C75F49-4DA4-4640-B607-E77EFEA570E3}" dt="2025-11-10T03:54:08.325" v="2835" actId="20577"/>
          <ac:spMkLst>
            <pc:docMk/>
            <pc:sldMk cId="1884374415" sldId="316"/>
            <ac:spMk id="3" creationId="{E2A0C191-EED4-1794-9C11-7334418A03E6}"/>
          </ac:spMkLst>
        </pc:spChg>
      </pc:sldChg>
      <pc:sldChg chg="modSp add del mod">
        <pc:chgData name="Rafael Sousa" userId="6283d31d4fc573e0" providerId="LiveId" clId="{B6C75F49-4DA4-4640-B607-E77EFEA570E3}" dt="2025-11-10T03:47:32.155" v="2795" actId="47"/>
        <pc:sldMkLst>
          <pc:docMk/>
          <pc:sldMk cId="2309476362" sldId="316"/>
        </pc:sldMkLst>
        <pc:spChg chg="mod">
          <ac:chgData name="Rafael Sousa" userId="6283d31d4fc573e0" providerId="LiveId" clId="{B6C75F49-4DA4-4640-B607-E77EFEA570E3}" dt="2025-11-10T03:44:23.961" v="2793" actId="207"/>
          <ac:spMkLst>
            <pc:docMk/>
            <pc:sldMk cId="2309476362" sldId="316"/>
            <ac:spMk id="2" creationId="{683B2B77-787D-64F3-B8E4-9A59C473FA5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B089FE-5646-9CF7-A0CD-D9371092F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ADF765-FF2C-6672-30DF-4E02B0FCB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37D1-EB3E-42ED-8017-A3E0F540A544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EF68CF-250A-55FC-E1E4-D9C6F5A55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F9274-313E-B987-AB97-907ACC11A2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93A92-22D6-4927-AF67-7D3B866A4A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33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E0544-B9E7-47A8-ABD7-B3CFDECA659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01F6-44E6-448B-9319-3BC869F75E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81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16BB-C5A3-45D1-844C-F86916C00085}" type="datetime1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4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1BC7E-CA4C-4BBD-8339-D207E6A77DA6}" type="datetime1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10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47B-D5A6-4F6B-B8BF-A93B5DDB3A88}" type="datetime1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2DE43-DB00-4E8A-9DB4-F2D698D67F0F}" type="datetime1">
              <a:rPr lang="pt-BR" smtClean="0"/>
              <a:t>10/11/2025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93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8A08-9D5E-423B-96F4-443DA7BCBEEE}" type="datetime1">
              <a:rPr lang="pt-BR" smtClean="0"/>
              <a:t>10/11/2025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75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B1B2-7615-4AEE-932A-78B2F62FD67A}" type="datetime1">
              <a:rPr lang="pt-BR" smtClean="0"/>
              <a:t>10/11/2025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46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90B24-46EC-454F-9713-C743B763799A}" type="datetime1">
              <a:rPr lang="pt-BR" smtClean="0"/>
              <a:t>10/11/2025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4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F057-2B64-4B91-A69A-EF16EB9061B7}" type="datetime1">
              <a:rPr lang="pt-BR" smtClean="0"/>
              <a:t>10/11/2025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91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5D76-7617-4EAA-9F3B-9B5F73749AB6}" type="datetime1">
              <a:rPr lang="pt-BR" smtClean="0"/>
              <a:t>10/11/2025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0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DD60-DC38-4608-ADBE-82CBB218A853}" type="datetime1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2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3CD0-B0B4-493F-A0A2-E9E2306B48BD}" type="datetime1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5C158-0602-4363-91F0-8CD1459FF594}" type="datetime1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92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11879-5A0B-5474-EA9F-AF2C7AE6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 descr="Ícone&#10;&#10;O conteúdo gerado por IA pode estar incorreto.">
            <a:extLst>
              <a:ext uri="{FF2B5EF4-FFF2-40B4-BE49-F238E27FC236}">
                <a16:creationId xmlns:a16="http://schemas.microsoft.com/office/drawing/2014/main" id="{FD2CB94D-9387-D0AC-D361-824884754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01200" cy="12801600"/>
          </a:xfrm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A5584C1-00C8-18C7-1D69-6CE9404F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541F5F-C862-BBDD-2663-95F5EFCD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645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999059"/>
            <a:ext cx="78166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A automação de testes é uma das chaves para desenvolver software com qualidade, rapidez e confiança. Com o Cypress, você pode criar testes modernos, visuais e inteligentes — ideais para validar fluxos críticos como login, cadastro e navegação.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💡 Este </a:t>
            </a:r>
            <a:r>
              <a:rPr lang="pt-BR" sz="2400" dirty="0" err="1"/>
              <a:t>eBook</a:t>
            </a:r>
            <a:r>
              <a:rPr lang="pt-BR" sz="2400" dirty="0"/>
              <a:t> é um guia prático e direto para quem quer dominar a automação de testes do jeito certo.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302135" y="653066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INTRODUÇÃO</a:t>
            </a:r>
          </a:p>
        </p:txBody>
      </p:sp>
      <p:sp>
        <p:nvSpPr>
          <p:cNvPr id="4" name="subtitulo_componente">
            <a:extLst>
              <a:ext uri="{FF2B5EF4-FFF2-40B4-BE49-F238E27FC236}">
                <a16:creationId xmlns:a16="http://schemas.microsoft.com/office/drawing/2014/main" id="{25CCF5E4-57B1-4237-190B-AC69C1A6536B}"/>
              </a:ext>
            </a:extLst>
          </p:cNvPr>
          <p:cNvSpPr txBox="1"/>
          <p:nvPr/>
        </p:nvSpPr>
        <p:spPr>
          <a:xfrm>
            <a:off x="870768" y="1961917"/>
            <a:ext cx="7816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+mj-lt"/>
              </a:rPr>
              <a:t>Simplificando os Testes de Softwares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950483A-1B7C-BC8A-AFE0-E5A3B512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966F1B7-35CA-277C-5D23-E67A2444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</a:t>
            </a:fld>
            <a:endParaRPr lang="pt-BR"/>
          </a:p>
        </p:txBody>
      </p:sp>
      <p:pic>
        <p:nvPicPr>
          <p:cNvPr id="12" name="Imagem 1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8CF4B9F7-9686-AECC-2E70-640065919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868" y="7243250"/>
            <a:ext cx="5701590" cy="298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0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latin typeface="Impact" panose="020B0806030902050204" pitchFamily="34" charset="0"/>
              </a:rPr>
              <a:t>CONCEITOS DE AUTOMAÇÃO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A8281A8C-F51B-8070-EE7F-AC4CBC315387}"/>
              </a:ext>
            </a:extLst>
          </p:cNvPr>
          <p:cNvSpPr txBox="1"/>
          <p:nvPr/>
        </p:nvSpPr>
        <p:spPr>
          <a:xfrm>
            <a:off x="870768" y="9340866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A automação de testes ajuda times a validar funcionalidades mais rápido, reduzir erros e entregar software com mais qualidade. Em vez de testar tudo manualmente, scripts automatizados assumem o trabalho repetitivo.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351BD98C-D072-63C9-21C3-E1219F48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200A01C-BA5B-3A36-1BF1-0562AE8A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51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7" y="2139032"/>
            <a:ext cx="781664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Por que automatizar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Reduz erros manuais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Aumenta a produtividade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Facilita regressões e refatorações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Garante estabilidade em </a:t>
            </a:r>
            <a:r>
              <a:rPr lang="pt-BR" sz="2400" dirty="0" err="1"/>
              <a:t>deploys</a:t>
            </a:r>
            <a:r>
              <a:rPr lang="pt-BR" sz="2400" dirty="0"/>
              <a:t> contínuos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784555" y="832096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CONCEITOS DE AUTOMAÇÃO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spaço Reservado para Rodapé 18">
            <a:extLst>
              <a:ext uri="{FF2B5EF4-FFF2-40B4-BE49-F238E27FC236}">
                <a16:creationId xmlns:a16="http://schemas.microsoft.com/office/drawing/2014/main" id="{106B9400-10F5-C4D9-5FB4-31020CF6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  <a:endParaRPr lang="pt-BR" dirty="0"/>
          </a:p>
        </p:txBody>
      </p:sp>
      <p:sp>
        <p:nvSpPr>
          <p:cNvPr id="20" name="Espaço Reservado para Número de Slide 19">
            <a:extLst>
              <a:ext uri="{FF2B5EF4-FFF2-40B4-BE49-F238E27FC236}">
                <a16:creationId xmlns:a16="http://schemas.microsoft.com/office/drawing/2014/main" id="{919B02F9-1256-559A-957D-87AA95AA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4</a:t>
            </a:fld>
            <a:endParaRPr lang="pt-BR"/>
          </a:p>
        </p:txBody>
      </p:sp>
      <p:sp>
        <p:nvSpPr>
          <p:cNvPr id="4" name="texto_componente">
            <a:extLst>
              <a:ext uri="{FF2B5EF4-FFF2-40B4-BE49-F238E27FC236}">
                <a16:creationId xmlns:a16="http://schemas.microsoft.com/office/drawing/2014/main" id="{969679E2-0AB0-4435-58AD-0F6BDAF6DE84}"/>
              </a:ext>
            </a:extLst>
          </p:cNvPr>
          <p:cNvSpPr txBox="1"/>
          <p:nvPr/>
        </p:nvSpPr>
        <p:spPr>
          <a:xfrm>
            <a:off x="892276" y="4800185"/>
            <a:ext cx="781664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O papel do Cypress</a:t>
            </a:r>
          </a:p>
          <a:p>
            <a:r>
              <a:rPr lang="pt-BR" sz="2400" dirty="0"/>
              <a:t>O Cypress é um framework moderno de </a:t>
            </a:r>
            <a:r>
              <a:rPr lang="pt-BR" sz="2400" b="1" dirty="0"/>
              <a:t>testes </a:t>
            </a:r>
            <a:r>
              <a:rPr lang="pt-BR" sz="2400" b="1" dirty="0" err="1"/>
              <a:t>end-to-end</a:t>
            </a:r>
            <a:r>
              <a:rPr lang="pt-BR" sz="2400" b="1" dirty="0"/>
              <a:t> em </a:t>
            </a:r>
            <a:r>
              <a:rPr lang="pt-BR" sz="2400" b="1" dirty="0" err="1"/>
              <a:t>JavaScript</a:t>
            </a:r>
            <a:r>
              <a:rPr lang="pt-BR" sz="2400" dirty="0"/>
              <a:t>, fácil de instalar e com execução visual.</a:t>
            </a:r>
            <a:br>
              <a:rPr lang="pt-BR" sz="2400" dirty="0"/>
            </a:br>
            <a:r>
              <a:rPr lang="pt-BR" sz="2400" dirty="0"/>
              <a:t>Ele roda </a:t>
            </a:r>
            <a:r>
              <a:rPr lang="pt-BR" sz="2400" b="1" dirty="0"/>
              <a:t>diretamente no navegador</a:t>
            </a:r>
            <a:r>
              <a:rPr lang="pt-BR" sz="2400" dirty="0"/>
              <a:t>, mostrando cada passo do teste em tempo real.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pic>
        <p:nvPicPr>
          <p:cNvPr id="8" name="Imagem 7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26EC0541-5B31-D012-5085-ECFD9AAA444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9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BD3C2-456B-F270-A243-84C0CF5E5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8E085C4-030D-CC4F-ED7B-A7945801811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4F02A029-0F91-1F3F-DB32-2508E1E0EB08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latin typeface="Impact" panose="020B0806030902050204" pitchFamily="34" charset="0"/>
              </a:rPr>
              <a:t>INTRODUÇÃO AO CYPRESS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98FF8CFB-FEA5-CF85-3EFB-9E3A5600D262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DF4A908-AF50-FB11-5141-A1CEA24AE1C2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43788887-D683-74C7-063F-574F28FC0FFF}"/>
              </a:ext>
            </a:extLst>
          </p:cNvPr>
          <p:cNvSpPr txBox="1"/>
          <p:nvPr/>
        </p:nvSpPr>
        <p:spPr>
          <a:xfrm>
            <a:off x="870768" y="9340866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O Cypress se destaca por ser rápido, moderno e fácil de usar, principalmente por rodar dentro do navegador.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C573AA70-74A6-74CD-D553-B74E7A48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24D2F910-89C4-7E84-BE2A-9790B524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4404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795281" y="2425064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</a:t>
            </a:r>
            <a:r>
              <a:rPr lang="pt-BR" sz="2400" b="1" dirty="0"/>
              <a:t>Cypress</a:t>
            </a:r>
            <a:r>
              <a:rPr lang="pt-BR" sz="2400" dirty="0"/>
              <a:t> é um framework de testes </a:t>
            </a:r>
            <a:r>
              <a:rPr lang="pt-BR" sz="2400" dirty="0" err="1"/>
              <a:t>end-to-end</a:t>
            </a:r>
            <a:r>
              <a:rPr lang="pt-BR" sz="2400" dirty="0"/>
              <a:t> baseado em </a:t>
            </a:r>
            <a:r>
              <a:rPr lang="pt-BR" sz="2400" dirty="0" err="1"/>
              <a:t>JavaScript</a:t>
            </a:r>
            <a:r>
              <a:rPr lang="pt-BR" sz="2400" dirty="0"/>
              <a:t>. Ele roda diretamente no navegador, permitindo observar a execução dos testes em tempo real e depurar facilmente quando algo falha.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048382" y="794117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INTRODUÇÃO AO CYPRESS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798D93-ED72-CD33-880D-2C72AA1C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51B58DE0-4197-A9DA-3C15-1110405E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6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5A5ABDE2-430D-60B2-1E6A-B677D3C171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5D6C718-48C0-5994-8216-D5A8032BA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12" y="4905166"/>
            <a:ext cx="8374959" cy="341968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E7AEC39E-74CF-91DA-51C8-9502E2D0FCA6}"/>
              </a:ext>
            </a:extLst>
          </p:cNvPr>
          <p:cNvSpPr txBox="1"/>
          <p:nvPr/>
        </p:nvSpPr>
        <p:spPr>
          <a:xfrm>
            <a:off x="579412" y="8342468"/>
            <a:ext cx="8564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💡 </a:t>
            </a:r>
            <a:r>
              <a:rPr lang="pt-BR" b="1" i="1" dirty="0"/>
              <a:t>Dica</a:t>
            </a:r>
            <a:r>
              <a:rPr lang="pt-BR" i="1" dirty="0"/>
              <a:t>:</a:t>
            </a:r>
            <a:r>
              <a:rPr lang="pt-BR" dirty="0"/>
              <a:t> o Cypress já aguarda automaticamente os elementos ficarem visíveis, então raramente é necessário usar </a:t>
            </a:r>
            <a:r>
              <a:rPr lang="pt-BR" dirty="0" err="1">
                <a:latin typeface="Courier New" panose="02070309020205020404" pitchFamily="49" charset="0"/>
              </a:rPr>
              <a:t>wait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452A493-5BB9-C0A8-5D79-9727FD5BFD58}"/>
              </a:ext>
            </a:extLst>
          </p:cNvPr>
          <p:cNvSpPr txBox="1"/>
          <p:nvPr/>
        </p:nvSpPr>
        <p:spPr>
          <a:xfrm>
            <a:off x="651281" y="9187802"/>
            <a:ext cx="53054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✅ Estrutura de Comandos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>
                <a:latin typeface="Courier New" panose="02070309020205020404" pitchFamily="49" charset="0"/>
              </a:rPr>
              <a:t>cy.visit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→ navega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>
                <a:latin typeface="Courier New" panose="02070309020205020404" pitchFamily="49" charset="0"/>
              </a:rPr>
              <a:t>cy.get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→ seleciona elementos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>
                <a:latin typeface="Courier New" panose="02070309020205020404" pitchFamily="49" charset="0"/>
              </a:rPr>
              <a:t>cy.contains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→ busca por texto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>
                <a:latin typeface="Courier New" panose="02070309020205020404" pitchFamily="49" charset="0"/>
              </a:rPr>
              <a:t>cy.click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→ clica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>
                <a:latin typeface="Courier New" panose="02070309020205020404" pitchFamily="49" charset="0"/>
              </a:rPr>
              <a:t>cy.type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→ digita</a:t>
            </a:r>
          </a:p>
        </p:txBody>
      </p:sp>
    </p:spTree>
    <p:extLst>
      <p:ext uri="{BB962C8B-B14F-4D97-AF65-F5344CB8AC3E}">
        <p14:creationId xmlns:p14="http://schemas.microsoft.com/office/powerpoint/2010/main" val="338588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7337-AE44-B262-59EF-009629C39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8A2AE5F-7CA5-7CDF-4EFE-9586EDF15FAF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944BF78-ABAC-211A-DB90-5A65381DAADA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latin typeface="Impact" panose="020B0806030902050204" pitchFamily="34" charset="0"/>
              </a:rPr>
              <a:t>SELETORES DE</a:t>
            </a:r>
          </a:p>
          <a:p>
            <a:pPr algn="ctr"/>
            <a:r>
              <a:rPr lang="pt-BR" sz="880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latin typeface="Impact" panose="020B0806030902050204" pitchFamily="34" charset="0"/>
              </a:rPr>
              <a:t>ELEMENTO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9158BFD9-21D9-D6BD-C14C-5EDDD3ED8E09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318DB73-E74D-D81D-0AF3-59C29D0B5DF0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83204788-A67E-BF51-B375-5F7AA9E31341}"/>
              </a:ext>
            </a:extLst>
          </p:cNvPr>
          <p:cNvSpPr txBox="1"/>
          <p:nvPr/>
        </p:nvSpPr>
        <p:spPr>
          <a:xfrm>
            <a:off x="870768" y="9340866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Os seletores de elemento permitem que você direcione um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elemento HTML específico com base em seu nome de </a:t>
            </a:r>
            <a:r>
              <a:rPr lang="pt-BR" sz="2400" dirty="0" err="1">
                <a:solidFill>
                  <a:schemeClr val="bg1"/>
                </a:solidFill>
              </a:rPr>
              <a:t>tag</a:t>
            </a:r>
            <a:r>
              <a:rPr lang="pt-BR" sz="2400" dirty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Eles são simples e diretos. Vamos ver alguns exemplos: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92796E8B-5322-7AFB-38E0-F68BE3CCD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C23D332-0443-4093-7AE9-F320F7CF9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519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06C5-99D0-2D84-824B-4E17F430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3635B227-A8A3-8205-0C9D-76B9913BFDB9}"/>
              </a:ext>
            </a:extLst>
          </p:cNvPr>
          <p:cNvSpPr txBox="1"/>
          <p:nvPr/>
        </p:nvSpPr>
        <p:spPr>
          <a:xfrm>
            <a:off x="651281" y="2409712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</a:t>
            </a:r>
            <a:r>
              <a:rPr lang="pt-BR" sz="2400" b="1" dirty="0"/>
              <a:t>seletor por ID </a:t>
            </a:r>
            <a:r>
              <a:rPr lang="pt-BR" sz="2400" dirty="0"/>
              <a:t>é uma das maneiras </a:t>
            </a:r>
            <a:r>
              <a:rPr lang="pt-BR" sz="2400" b="1" dirty="0"/>
              <a:t>mais rápidas e precisas </a:t>
            </a:r>
            <a:r>
              <a:rPr lang="pt-BR" sz="2400" dirty="0"/>
              <a:t>de localizar um elemento em uma página. Cada elemento no HTML pode ter um atributo único chamado id, que serve como um identificador exclusivo.</a:t>
            </a:r>
          </a:p>
          <a:p>
            <a:pPr algn="ctr"/>
            <a:r>
              <a:rPr lang="pt-BR" sz="2400" dirty="0"/>
              <a:t>No Cypress, usamos o </a:t>
            </a:r>
            <a:r>
              <a:rPr lang="pt-BR" sz="2400" b="1" dirty="0"/>
              <a:t>símbolo # </a:t>
            </a:r>
            <a:r>
              <a:rPr lang="pt-BR" sz="2400" dirty="0"/>
              <a:t>para selecionar por </a:t>
            </a:r>
            <a:r>
              <a:rPr lang="pt-BR" sz="2400" b="1" dirty="0"/>
              <a:t>ID</a:t>
            </a:r>
            <a:r>
              <a:rPr lang="pt-BR" sz="2400" dirty="0"/>
              <a:t>, assim como no </a:t>
            </a:r>
            <a:r>
              <a:rPr lang="pt-BR" sz="2400" b="1" dirty="0"/>
              <a:t>CSS</a:t>
            </a:r>
            <a:r>
              <a:rPr lang="pt-BR" sz="2400" dirty="0"/>
              <a:t>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EA403B62-958D-F55A-8D8E-C7F4B0917F8C}"/>
              </a:ext>
            </a:extLst>
          </p:cNvPr>
          <p:cNvSpPr txBox="1"/>
          <p:nvPr/>
        </p:nvSpPr>
        <p:spPr>
          <a:xfrm>
            <a:off x="2872525" y="790855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SELETOR POR ID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8DC57A7-E5A3-18CE-053E-424A317544FA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C7A1B61B-57EF-F51B-0D4B-DFE17EEF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ED8B2F8E-3439-8198-5A9A-0533DE01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8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D354EA08-8225-0D73-9258-7DF8F2E8666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0046F35-AD01-62F9-C0CB-22A1DA25E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15" y="5087368"/>
            <a:ext cx="8453132" cy="193899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80E1A58-8811-91DD-493E-C6EFC0EAE9E8}"/>
              </a:ext>
            </a:extLst>
          </p:cNvPr>
          <p:cNvSpPr txBox="1"/>
          <p:nvPr/>
        </p:nvSpPr>
        <p:spPr>
          <a:xfrm>
            <a:off x="396576" y="7298436"/>
            <a:ext cx="80713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b="1" dirty="0"/>
              <a:t>🧩 Vantagens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Alta performance:</a:t>
            </a:r>
            <a:r>
              <a:rPr lang="pt-BR" sz="2000" dirty="0"/>
              <a:t> o Cypress encontra o elemento rapidamente.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Legibilidade:</a:t>
            </a:r>
            <a:r>
              <a:rPr lang="pt-BR" sz="2000" dirty="0"/>
              <a:t> o código fica claro mesmo para quem não é desenvolvedor.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Confiabilidade:</a:t>
            </a:r>
            <a:r>
              <a:rPr lang="pt-BR" sz="2000" dirty="0"/>
              <a:t> </a:t>
            </a:r>
            <a:r>
              <a:rPr lang="pt-BR" sz="2000" dirty="0" err="1"/>
              <a:t>IDs</a:t>
            </a:r>
            <a:r>
              <a:rPr lang="pt-BR" sz="2000" dirty="0"/>
              <a:t> raramente mudam, o que evita que testes quebrem.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CDA3CB4-AF7F-CEF4-61C5-3E11EDED9A2C}"/>
              </a:ext>
            </a:extLst>
          </p:cNvPr>
          <p:cNvSpPr txBox="1"/>
          <p:nvPr/>
        </p:nvSpPr>
        <p:spPr>
          <a:xfrm>
            <a:off x="457515" y="9329667"/>
            <a:ext cx="801041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b="1" dirty="0"/>
              <a:t>⚠️ Cuidados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Verifique se o </a:t>
            </a:r>
            <a:r>
              <a:rPr lang="pt-BR" sz="2000" b="1" dirty="0"/>
              <a:t>ID é realmente único</a:t>
            </a:r>
            <a:r>
              <a:rPr lang="pt-BR" sz="2000" dirty="0"/>
              <a:t>. Se o mesmo ID aparecer em mais de um elemento, o Cypress pode selecionar o errado.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Evite </a:t>
            </a:r>
            <a:r>
              <a:rPr lang="pt-BR" sz="2000" b="1" dirty="0" err="1"/>
              <a:t>IDs</a:t>
            </a:r>
            <a:r>
              <a:rPr lang="pt-BR" sz="2000" b="1" dirty="0"/>
              <a:t> dinâmicos</a:t>
            </a:r>
            <a:r>
              <a:rPr lang="pt-BR" sz="2000" dirty="0"/>
              <a:t>, como id="input_1234" que muda a cada renderização.</a:t>
            </a:r>
          </a:p>
        </p:txBody>
      </p:sp>
    </p:spTree>
    <p:extLst>
      <p:ext uri="{BB962C8B-B14F-4D97-AF65-F5344CB8AC3E}">
        <p14:creationId xmlns:p14="http://schemas.microsoft.com/office/powerpoint/2010/main" val="3666673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3935-A0D9-F98F-8A28-24EFF8E0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81E6FB9A-3A05-9167-4322-274092B39A07}"/>
              </a:ext>
            </a:extLst>
          </p:cNvPr>
          <p:cNvSpPr txBox="1"/>
          <p:nvPr/>
        </p:nvSpPr>
        <p:spPr>
          <a:xfrm>
            <a:off x="651281" y="2409712"/>
            <a:ext cx="78166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</a:t>
            </a:r>
            <a:r>
              <a:rPr lang="pt-BR" sz="2400" b="1" dirty="0"/>
              <a:t>seletor por classe </a:t>
            </a:r>
            <a:r>
              <a:rPr lang="pt-BR" sz="2400" dirty="0"/>
              <a:t>é uma das formas mais comuns de localizar elementos em uma página web. No HTML, o atributo </a:t>
            </a:r>
            <a:r>
              <a:rPr lang="pt-BR" sz="2400" b="1" dirty="0" err="1"/>
              <a:t>class</a:t>
            </a:r>
            <a:r>
              <a:rPr lang="pt-BR" sz="2400" dirty="0"/>
              <a:t> é usado para definir o estilo visual de um elemento (como cor, tamanho, posição), mas também pode ser usado para identificar componentes na automação de testes.</a:t>
            </a:r>
          </a:p>
          <a:p>
            <a:pPr algn="ctr"/>
            <a:r>
              <a:rPr lang="pt-BR" sz="2400" dirty="0"/>
              <a:t>No Cypress, você utiliza um </a:t>
            </a:r>
            <a:r>
              <a:rPr lang="pt-BR" sz="2400" b="1" dirty="0"/>
              <a:t>ponto (.) </a:t>
            </a:r>
            <a:r>
              <a:rPr lang="pt-BR" sz="2400" dirty="0"/>
              <a:t>antes do nome da classe — o mesmo padrão usado em CSS.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BE2834B8-1507-24DC-333B-D4BE31C48135}"/>
              </a:ext>
            </a:extLst>
          </p:cNvPr>
          <p:cNvSpPr txBox="1"/>
          <p:nvPr/>
        </p:nvSpPr>
        <p:spPr>
          <a:xfrm>
            <a:off x="2512480" y="772878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SELETOR POR CLASSE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FB3C862-4855-B748-04BF-B8057610E669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14A291-546C-7E0C-DA7E-5CFAABC2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2B748946-F90D-670A-2C43-FE35F857C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9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EEF21A08-141A-E00D-E844-5B6A5A02583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C46C152-EEB5-DAE7-E7E6-40F7DC6ECD5F}"/>
              </a:ext>
            </a:extLst>
          </p:cNvPr>
          <p:cNvSpPr txBox="1"/>
          <p:nvPr/>
        </p:nvSpPr>
        <p:spPr>
          <a:xfrm>
            <a:off x="396577" y="7165086"/>
            <a:ext cx="80713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b="1" dirty="0"/>
              <a:t>🧩 Vantagens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Simples e intuitivo: </a:t>
            </a:r>
            <a:r>
              <a:rPr lang="pt-BR" sz="2000" dirty="0"/>
              <a:t>segue a lógica do CSS.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Fácil de aplicar</a:t>
            </a:r>
            <a:r>
              <a:rPr lang="pt-BR" sz="2000" dirty="0"/>
              <a:t>: praticamente todo elemento visual tem uma classe.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CFECF28-5F9E-48BF-171C-8B0B830159CD}"/>
              </a:ext>
            </a:extLst>
          </p:cNvPr>
          <p:cNvSpPr txBox="1"/>
          <p:nvPr/>
        </p:nvSpPr>
        <p:spPr>
          <a:xfrm>
            <a:off x="396577" y="8180749"/>
            <a:ext cx="80713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b="1" dirty="0"/>
              <a:t>⚠️ Cuidados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Classes nem sempre são únicas: </a:t>
            </a:r>
            <a:r>
              <a:rPr lang="pt-BR" sz="2000" dirty="0"/>
              <a:t>Muitas vezes, várias partes do sistema usam a mesma classe (</a:t>
            </a:r>
            <a:r>
              <a:rPr lang="pt-BR" sz="2000" dirty="0" err="1"/>
              <a:t>ex</a:t>
            </a:r>
            <a:r>
              <a:rPr lang="pt-BR" sz="2000" dirty="0"/>
              <a:t>: .</a:t>
            </a:r>
            <a:r>
              <a:rPr lang="pt-BR" sz="2000" dirty="0" err="1"/>
              <a:t>btn</a:t>
            </a:r>
            <a:r>
              <a:rPr lang="pt-BR" sz="2000" dirty="0"/>
              <a:t> em todos os botões).</a:t>
            </a:r>
          </a:p>
          <a:p>
            <a:pPr lvl="1" algn="just"/>
            <a:r>
              <a:rPr lang="pt-BR" sz="2000" dirty="0"/>
              <a:t>      Isso pode causar erros de seleção, clicando no elemento errado.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Mudanças de layout podem quebrar testes: </a:t>
            </a:r>
            <a:r>
              <a:rPr lang="pt-BR" sz="2000" dirty="0"/>
              <a:t>Desenvolvedores front-</a:t>
            </a:r>
            <a:r>
              <a:rPr lang="pt-BR" sz="2000" dirty="0" err="1"/>
              <a:t>end</a:t>
            </a:r>
            <a:r>
              <a:rPr lang="pt-BR" sz="2000" dirty="0"/>
              <a:t> costumam alterar classes com frequência ao ajustar estilos (</a:t>
            </a:r>
            <a:r>
              <a:rPr lang="pt-BR" sz="2000" dirty="0" err="1"/>
              <a:t>ex</a:t>
            </a:r>
            <a:r>
              <a:rPr lang="pt-BR" sz="2000" dirty="0"/>
              <a:t>: .</a:t>
            </a:r>
            <a:r>
              <a:rPr lang="pt-BR" sz="2000" dirty="0" err="1"/>
              <a:t>btn</a:t>
            </a:r>
            <a:r>
              <a:rPr lang="pt-BR" sz="2000" dirty="0"/>
              <a:t>-login → .</a:t>
            </a:r>
            <a:r>
              <a:rPr lang="pt-BR" sz="2000" dirty="0" err="1"/>
              <a:t>botao</a:t>
            </a:r>
            <a:r>
              <a:rPr lang="pt-BR" sz="2000" dirty="0"/>
              <a:t>-entrar).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Evite classes genéricas: </a:t>
            </a:r>
            <a:r>
              <a:rPr lang="pt-BR" sz="2000" dirty="0"/>
              <a:t>Se o código tiver .input, .</a:t>
            </a:r>
            <a:r>
              <a:rPr lang="pt-BR" sz="2000" dirty="0" err="1"/>
              <a:t>form</a:t>
            </a:r>
            <a:r>
              <a:rPr lang="pt-BR" sz="2000" dirty="0"/>
              <a:t>, .container, o teste pode se tornar instável e impreciso.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180830A-5F02-9809-4852-945BF56E3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51" y="5666223"/>
            <a:ext cx="8037698" cy="131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71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3C998-9F68-1C10-6469-4C4DF889D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0116A960-5C4B-C040-CDD6-22639B226312}"/>
              </a:ext>
            </a:extLst>
          </p:cNvPr>
          <p:cNvSpPr txBox="1"/>
          <p:nvPr/>
        </p:nvSpPr>
        <p:spPr>
          <a:xfrm>
            <a:off x="651281" y="2409712"/>
            <a:ext cx="78166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</a:t>
            </a:r>
            <a:r>
              <a:rPr lang="pt-BR" sz="2400" b="1" dirty="0"/>
              <a:t>seletor por atributo </a:t>
            </a:r>
            <a:r>
              <a:rPr lang="pt-BR" sz="2400" dirty="0"/>
              <a:t>é considerado o </a:t>
            </a:r>
            <a:r>
              <a:rPr lang="pt-BR" sz="2400" b="1" dirty="0"/>
              <a:t>método</a:t>
            </a:r>
            <a:r>
              <a:rPr lang="pt-BR" sz="2400" dirty="0"/>
              <a:t> mais moderno e recomendado para localizar elementos em aplicações web, especialmente em ambientes corporativos. Ele é usado para encontrar elementos HTML com base em atributos personalizados, como data-</a:t>
            </a:r>
            <a:r>
              <a:rPr lang="pt-BR" sz="2400" dirty="0" err="1"/>
              <a:t>test</a:t>
            </a:r>
            <a:r>
              <a:rPr lang="pt-BR" sz="2400" dirty="0"/>
              <a:t>, data-</a:t>
            </a:r>
            <a:r>
              <a:rPr lang="pt-BR" sz="2400" dirty="0" err="1"/>
              <a:t>cy</a:t>
            </a:r>
            <a:r>
              <a:rPr lang="pt-BR" sz="2400" dirty="0"/>
              <a:t> ou </a:t>
            </a:r>
            <a:r>
              <a:rPr lang="pt-BR" sz="2400" dirty="0" err="1"/>
              <a:t>data-qa</a:t>
            </a:r>
            <a:r>
              <a:rPr lang="pt-BR" sz="2400" dirty="0"/>
              <a:t>.</a:t>
            </a:r>
          </a:p>
          <a:p>
            <a:pPr algn="ctr"/>
            <a:r>
              <a:rPr lang="pt-BR" sz="2400" dirty="0"/>
              <a:t>Esses atributos são criados exclusivamente para automação de testes e não afetam o layout, o CSS nem a funcionalidade do sistema.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86C60426-DF2A-52EA-3124-A0160BCF9BFE}"/>
              </a:ext>
            </a:extLst>
          </p:cNvPr>
          <p:cNvSpPr txBox="1"/>
          <p:nvPr/>
        </p:nvSpPr>
        <p:spPr>
          <a:xfrm>
            <a:off x="2331593" y="772878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SELETOR POR ATRIBUTO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7F2E690-6681-5DCB-750B-29A16C58CE11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BC3EA274-5F95-CF8C-BFA2-B81567C1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8A034400-BEE5-307E-653D-AA77DA19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10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497EB3D9-4433-500A-7257-1C41A406454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36030BC-768B-3921-941A-6F28974E1024}"/>
              </a:ext>
            </a:extLst>
          </p:cNvPr>
          <p:cNvSpPr txBox="1"/>
          <p:nvPr/>
        </p:nvSpPr>
        <p:spPr>
          <a:xfrm>
            <a:off x="396577" y="7107936"/>
            <a:ext cx="786400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b="1" dirty="0"/>
              <a:t>🧩 Vantagens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Estabilidade máxima: </a:t>
            </a:r>
            <a:r>
              <a:rPr lang="pt-BR" sz="2000" dirty="0"/>
              <a:t>alterações visuais não afetam o teste.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Legibilidade: </a:t>
            </a:r>
            <a:r>
              <a:rPr lang="pt-BR" sz="2000" dirty="0"/>
              <a:t>o código reflete exatamente o que o usuário faz.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dirty="0"/>
              <a:t>Compatível com qualquer framework front-</a:t>
            </a:r>
            <a:r>
              <a:rPr lang="pt-BR" sz="2000" dirty="0" err="1"/>
              <a:t>end</a:t>
            </a:r>
            <a:r>
              <a:rPr lang="pt-BR" sz="2000" dirty="0"/>
              <a:t> (</a:t>
            </a:r>
            <a:r>
              <a:rPr lang="pt-BR" sz="2000" dirty="0" err="1"/>
              <a:t>React</a:t>
            </a:r>
            <a:r>
              <a:rPr lang="pt-BR" sz="2000" dirty="0"/>
              <a:t>, Angular, </a:t>
            </a:r>
            <a:r>
              <a:rPr lang="pt-BR" sz="2000" dirty="0" err="1"/>
              <a:t>Vue</a:t>
            </a:r>
            <a:r>
              <a:rPr lang="pt-BR" sz="2000" dirty="0"/>
              <a:t> etc.)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4341D0-316F-803B-00A9-363FBA0ADE27}"/>
              </a:ext>
            </a:extLst>
          </p:cNvPr>
          <p:cNvSpPr txBox="1"/>
          <p:nvPr/>
        </p:nvSpPr>
        <p:spPr>
          <a:xfrm>
            <a:off x="430228" y="8812512"/>
            <a:ext cx="78303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b="1" dirty="0"/>
              <a:t>⚠️ Cuidados e boas práticas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pt-BR" sz="2000" dirty="0"/>
              <a:t>Padronize o nome do atributo em toda a equipe(data-</a:t>
            </a:r>
            <a:r>
              <a:rPr lang="pt-BR" altLang="pt-BR" sz="2000" dirty="0" err="1"/>
              <a:t>test</a:t>
            </a:r>
            <a:r>
              <a:rPr lang="pt-BR" altLang="pt-BR" sz="2000" dirty="0"/>
              <a:t>, data-</a:t>
            </a:r>
            <a:r>
              <a:rPr lang="pt-BR" altLang="pt-BR" sz="2000" dirty="0" err="1"/>
              <a:t>cy</a:t>
            </a:r>
            <a:r>
              <a:rPr lang="pt-BR" altLang="pt-BR" sz="2000" dirty="0"/>
              <a:t>, </a:t>
            </a:r>
            <a:r>
              <a:rPr lang="pt-BR" altLang="pt-BR" sz="2000" dirty="0" err="1"/>
              <a:t>data-qa</a:t>
            </a:r>
            <a:r>
              <a:rPr lang="pt-BR" altLang="pt-BR" sz="2000" dirty="0"/>
              <a:t>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pt-BR" sz="2000" dirty="0"/>
              <a:t>Evite usar nomes genéricos — prefira algo descritivo:</a:t>
            </a:r>
          </a:p>
          <a:p>
            <a:pPr lvl="1"/>
            <a:r>
              <a:rPr lang="pt-BR" sz="2000" dirty="0"/>
              <a:t>	❌ </a:t>
            </a:r>
            <a:r>
              <a:rPr lang="pt-BR" dirty="0"/>
              <a:t>[data-</a:t>
            </a:r>
            <a:r>
              <a:rPr lang="pt-BR" dirty="0" err="1"/>
              <a:t>test</a:t>
            </a:r>
            <a:r>
              <a:rPr lang="pt-BR" dirty="0"/>
              <a:t>="</a:t>
            </a:r>
            <a:r>
              <a:rPr lang="pt-BR" dirty="0" err="1"/>
              <a:t>button</a:t>
            </a:r>
            <a:r>
              <a:rPr lang="pt-BR" dirty="0"/>
              <a:t>"]</a:t>
            </a:r>
            <a:br>
              <a:rPr lang="pt-BR" sz="2000" dirty="0"/>
            </a:br>
            <a:r>
              <a:rPr lang="pt-BR" sz="2000" dirty="0"/>
              <a:t>	✅ </a:t>
            </a:r>
            <a:r>
              <a:rPr lang="pt-BR" dirty="0"/>
              <a:t>[data-</a:t>
            </a:r>
            <a:r>
              <a:rPr lang="pt-BR" dirty="0" err="1"/>
              <a:t>test</a:t>
            </a:r>
            <a:r>
              <a:rPr lang="pt-BR" dirty="0"/>
              <a:t>="</a:t>
            </a:r>
            <a:r>
              <a:rPr lang="pt-BR" dirty="0" err="1"/>
              <a:t>botao</a:t>
            </a:r>
            <a:r>
              <a:rPr lang="pt-BR" dirty="0"/>
              <a:t>-login"]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altLang="pt-BR" sz="2000" dirty="0"/>
              <a:t>Evite espaços e caracteres especiais no valor do atributo.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55FD106-C6C7-C74F-5C73-9C65C8622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4" y="5886383"/>
            <a:ext cx="7401958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32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25A45-432D-F58D-1DEF-E88609B7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B6DCE17B-8751-9C30-FD1F-1A7DD25B4302}"/>
              </a:ext>
            </a:extLst>
          </p:cNvPr>
          <p:cNvSpPr txBox="1"/>
          <p:nvPr/>
        </p:nvSpPr>
        <p:spPr>
          <a:xfrm>
            <a:off x="651281" y="2409712"/>
            <a:ext cx="78166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</a:t>
            </a:r>
            <a:r>
              <a:rPr lang="pt-BR" sz="2400" b="1" dirty="0"/>
              <a:t>seletor por texto</a:t>
            </a:r>
            <a:r>
              <a:rPr lang="pt-BR" sz="2400" dirty="0"/>
              <a:t> é uma das formas mais </a:t>
            </a:r>
            <a:r>
              <a:rPr lang="pt-BR" sz="2400" b="1" dirty="0"/>
              <a:t>naturais e humanas</a:t>
            </a:r>
            <a:r>
              <a:rPr lang="pt-BR" sz="2400" dirty="0"/>
              <a:t> de encontrar elementos na tela.</a:t>
            </a:r>
            <a:br>
              <a:rPr lang="pt-BR" sz="2400" dirty="0"/>
            </a:br>
            <a:r>
              <a:rPr lang="pt-BR" sz="2400" dirty="0"/>
              <a:t>Em vez de procurar por </a:t>
            </a:r>
            <a:r>
              <a:rPr lang="pt-BR" sz="2400" dirty="0" err="1"/>
              <a:t>IDs</a:t>
            </a:r>
            <a:r>
              <a:rPr lang="pt-BR" sz="2400" dirty="0"/>
              <a:t> ou classes, ele busca pelo </a:t>
            </a:r>
            <a:r>
              <a:rPr lang="pt-BR" sz="2400" b="1" dirty="0"/>
              <a:t>texto visível</a:t>
            </a:r>
            <a:r>
              <a:rPr lang="pt-BR" sz="2400" dirty="0"/>
              <a:t> que o usuário vê no navegador.</a:t>
            </a:r>
          </a:p>
          <a:p>
            <a:pPr algn="ctr"/>
            <a:r>
              <a:rPr lang="pt-BR" sz="2400" dirty="0"/>
              <a:t>No Cypress, usamos o comando </a:t>
            </a:r>
            <a:r>
              <a:rPr lang="pt-BR" sz="2400" b="1" dirty="0" err="1"/>
              <a:t>cy.contains</a:t>
            </a:r>
            <a:r>
              <a:rPr lang="pt-BR" sz="2400" b="1" dirty="0"/>
              <a:t>() </a:t>
            </a:r>
            <a:r>
              <a:rPr lang="pt-BR" sz="2400" dirty="0"/>
              <a:t>para isso.</a:t>
            </a:r>
            <a:br>
              <a:rPr lang="pt-BR" sz="2400" dirty="0"/>
            </a:br>
            <a:r>
              <a:rPr lang="pt-BR" sz="2400" dirty="0"/>
              <a:t>Esse seletor é especialmente útil para </a:t>
            </a:r>
            <a:r>
              <a:rPr lang="pt-BR" sz="2400" b="1" dirty="0"/>
              <a:t>validar mensagens</a:t>
            </a:r>
            <a:r>
              <a:rPr lang="pt-BR" sz="2400" dirty="0"/>
              <a:t>, </a:t>
            </a:r>
            <a:r>
              <a:rPr lang="pt-BR" sz="2400" b="1" dirty="0"/>
              <a:t>rótulos</a:t>
            </a:r>
            <a:r>
              <a:rPr lang="pt-BR" sz="2400" dirty="0"/>
              <a:t>, </a:t>
            </a:r>
            <a:r>
              <a:rPr lang="pt-BR" sz="2400" b="1" dirty="0"/>
              <a:t>botões</a:t>
            </a:r>
            <a:r>
              <a:rPr lang="pt-BR" sz="2400" dirty="0"/>
              <a:t> e </a:t>
            </a:r>
            <a:r>
              <a:rPr lang="pt-BR" sz="2400" b="1" dirty="0"/>
              <a:t>textos exibidos após ações</a:t>
            </a:r>
            <a:r>
              <a:rPr lang="pt-BR" sz="2400" dirty="0"/>
              <a:t>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FF1A2C7C-39F3-3CE0-0DA3-F29CAF9B5105}"/>
              </a:ext>
            </a:extLst>
          </p:cNvPr>
          <p:cNvSpPr txBox="1"/>
          <p:nvPr/>
        </p:nvSpPr>
        <p:spPr>
          <a:xfrm>
            <a:off x="2331593" y="772878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SELETOR POR TEXTO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0744ED-632A-2379-EF7C-F5BF5DE1FD10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53FE2FCC-2B36-6209-7E4C-98D94D81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27788C4F-E507-F43D-4D9E-E149CE4C8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11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69CC94E3-AAAC-DB2C-DA37-B7AB01C5D17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8190D79-F2EC-5E81-B90B-24334FC26C01}"/>
              </a:ext>
            </a:extLst>
          </p:cNvPr>
          <p:cNvSpPr txBox="1"/>
          <p:nvPr/>
        </p:nvSpPr>
        <p:spPr>
          <a:xfrm>
            <a:off x="396577" y="6822186"/>
            <a:ext cx="80954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b="1" dirty="0"/>
              <a:t>🧩 Vantagens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Leitura natural: </a:t>
            </a:r>
            <a:r>
              <a:rPr lang="pt-BR" sz="2000" dirty="0"/>
              <a:t>o código fica quase como uma frase em português</a:t>
            </a:r>
            <a:r>
              <a:rPr lang="pt-BR" sz="2000" b="1" dirty="0"/>
              <a:t>.</a:t>
            </a:r>
          </a:p>
          <a:p>
            <a:pPr lvl="1" algn="just"/>
            <a:r>
              <a:rPr lang="pt-BR" sz="2000" dirty="0"/>
              <a:t>	Exemplo: “Clique em ‘Entrar’ e veja ‘Bem-vindo’.”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Ótimo para validações visuais</a:t>
            </a:r>
            <a:r>
              <a:rPr lang="pt-BR" sz="2000" dirty="0"/>
              <a:t>, como mensagens de sucesso ou erro.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Independe de atributos HTML </a:t>
            </a:r>
            <a:r>
              <a:rPr lang="pt-BR" sz="2000" dirty="0"/>
              <a:t>— ideal quando você não tem acesso ao código-fonte da página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8138E68-BBF7-C026-B2F5-0B1A1DB0E34F}"/>
              </a:ext>
            </a:extLst>
          </p:cNvPr>
          <p:cNvSpPr txBox="1"/>
          <p:nvPr/>
        </p:nvSpPr>
        <p:spPr>
          <a:xfrm>
            <a:off x="396577" y="8766562"/>
            <a:ext cx="78303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b="1" dirty="0"/>
              <a:t>⚠️ Cuidados e boas práticas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pt-BR" sz="2000" b="1" dirty="0"/>
              <a:t>Mudanças no texto </a:t>
            </a:r>
            <a:r>
              <a:rPr lang="pt-BR" altLang="pt-BR" sz="2000" dirty="0"/>
              <a:t>(acentos, maiúsculas, traduções ou espaços) podem quebrar o teste.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pt-BR" sz="2000" b="1" dirty="0"/>
              <a:t>Evite depender </a:t>
            </a:r>
            <a:r>
              <a:rPr lang="pt-BR" altLang="pt-BR" sz="2000" dirty="0"/>
              <a:t>apenas do texto em sistemas multilíngues.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altLang="pt-BR" sz="2000" dirty="0"/>
              <a:t>Se houver vários elementos com o mesmo texto (</a:t>
            </a:r>
            <a:r>
              <a:rPr lang="pt-BR" altLang="pt-BR" sz="2000" dirty="0" err="1"/>
              <a:t>ex</a:t>
            </a:r>
            <a:r>
              <a:rPr lang="pt-BR" altLang="pt-BR" sz="2000" dirty="0"/>
              <a:t>: vários botões “Editar”), o Cypress selecionará o primeiro encontrado — use contexto hierárquico para resolver isso.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902CA-B349-C281-E77B-D4E22FB5B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07" y="5484114"/>
            <a:ext cx="7816645" cy="127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39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D43A0-0822-9580-3CE5-5ED5BDD23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8B0CFAEB-AADA-07F7-18A1-B785EDBD0582}"/>
              </a:ext>
            </a:extLst>
          </p:cNvPr>
          <p:cNvSpPr txBox="1"/>
          <p:nvPr/>
        </p:nvSpPr>
        <p:spPr>
          <a:xfrm>
            <a:off x="651281" y="2409712"/>
            <a:ext cx="78166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</a:t>
            </a:r>
            <a:r>
              <a:rPr lang="pt-BR" sz="2400" b="1" dirty="0"/>
              <a:t>seletor hierárquico</a:t>
            </a:r>
            <a:r>
              <a:rPr lang="pt-BR" sz="2400" dirty="0"/>
              <a:t> é usado quando você quer </a:t>
            </a:r>
            <a:r>
              <a:rPr lang="pt-BR" sz="2400" b="1" dirty="0"/>
              <a:t>encontrar um elemento específico dentro de outro elemento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dirty="0"/>
              <a:t>Ele é extremamente útil quando existem </a:t>
            </a:r>
            <a:r>
              <a:rPr lang="pt-BR" sz="2400" b="1" dirty="0"/>
              <a:t>vários elementos semelhantes</a:t>
            </a:r>
            <a:r>
              <a:rPr lang="pt-BR" sz="2400" dirty="0"/>
              <a:t> na página (como formulários, cards, ou botões repetidos).</a:t>
            </a:r>
          </a:p>
          <a:p>
            <a:pPr algn="ctr"/>
            <a:r>
              <a:rPr lang="pt-BR" sz="2400" dirty="0"/>
              <a:t>Em outras palavras:</a:t>
            </a:r>
          </a:p>
          <a:p>
            <a:pPr algn="ctr"/>
            <a:r>
              <a:rPr lang="pt-BR" sz="2400" dirty="0"/>
              <a:t>💬 </a:t>
            </a:r>
            <a:r>
              <a:rPr lang="pt-BR" sz="2400" i="1" dirty="0"/>
              <a:t>Você “entra” em uma área específica da página (pai) e procura algo dentro dela (filho).</a:t>
            </a:r>
            <a:endParaRPr lang="pt-BR" sz="2400" dirty="0"/>
          </a:p>
          <a:p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AF0CA290-2F7B-6665-7631-18D6F2BD66A6}"/>
              </a:ext>
            </a:extLst>
          </p:cNvPr>
          <p:cNvSpPr txBox="1"/>
          <p:nvPr/>
        </p:nvSpPr>
        <p:spPr>
          <a:xfrm>
            <a:off x="2331593" y="772878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SELETORES HIERÁRQUICOS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AC2D52D-6D44-5F90-FCA9-0F37D528D5E8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FF4B38D6-4ADC-62EF-1C79-019CE6A6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5B6A8C24-EE02-D605-3032-790D71CC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12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813D3DA-0A14-207B-1DFC-006FA0BDC0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F75A12C-5078-1B4E-02A0-45C72E538258}"/>
              </a:ext>
            </a:extLst>
          </p:cNvPr>
          <p:cNvSpPr txBox="1"/>
          <p:nvPr/>
        </p:nvSpPr>
        <p:spPr>
          <a:xfrm>
            <a:off x="795280" y="5657314"/>
            <a:ext cx="76726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🧱 Como funciona</a:t>
            </a:r>
          </a:p>
          <a:p>
            <a:pPr>
              <a:buNone/>
            </a:pPr>
            <a:r>
              <a:rPr lang="pt-BR" sz="2000" dirty="0"/>
              <a:t>No Cypress, combinamos dois comandos: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 err="1"/>
              <a:t>cy.get</a:t>
            </a:r>
            <a:r>
              <a:rPr lang="pt-BR" sz="2000" dirty="0"/>
              <a:t>() → seleciona o elemento pai (o contêiner principal)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.</a:t>
            </a:r>
            <a:r>
              <a:rPr lang="pt-BR" sz="2000" dirty="0" err="1"/>
              <a:t>find</a:t>
            </a:r>
            <a:r>
              <a:rPr lang="pt-BR" sz="2000" dirty="0"/>
              <a:t>() → busca um ou mais elementos dentro desse pai</a:t>
            </a:r>
          </a:p>
          <a:p>
            <a:pPr>
              <a:buNone/>
            </a:pPr>
            <a:r>
              <a:rPr lang="pt-BR" sz="2000" dirty="0"/>
              <a:t>Procurar elementos dentro de um contêiner. A estrutura fica assim: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D19757B-F615-CAC3-E863-828FAA967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70" y="7288530"/>
            <a:ext cx="7259063" cy="895475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CF9D8E25-F790-A92E-8A7E-31A45281E657}"/>
              </a:ext>
            </a:extLst>
          </p:cNvPr>
          <p:cNvSpPr txBox="1"/>
          <p:nvPr/>
        </p:nvSpPr>
        <p:spPr>
          <a:xfrm>
            <a:off x="795280" y="8305775"/>
            <a:ext cx="60575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Quando você precisa navegar dentro de um container.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D242FEDA-2B4C-9C48-4D5B-D9BD168F3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70" y="8767124"/>
            <a:ext cx="7354326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93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B7405-3A8A-EE04-41CA-6EEE61A9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_componente">
            <a:extLst>
              <a:ext uri="{FF2B5EF4-FFF2-40B4-BE49-F238E27FC236}">
                <a16:creationId xmlns:a16="http://schemas.microsoft.com/office/drawing/2014/main" id="{8FD16E4A-D993-ECE0-6FEF-02EB5FFE476E}"/>
              </a:ext>
            </a:extLst>
          </p:cNvPr>
          <p:cNvSpPr txBox="1"/>
          <p:nvPr/>
        </p:nvSpPr>
        <p:spPr>
          <a:xfrm>
            <a:off x="2331593" y="772878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SELETORES HIERÁRQUICOS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9066A12-7A1B-11B2-CDFE-6D48AB1414FA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27EF627A-1D3B-4602-15E1-858151588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1975B652-0900-E556-01C7-F7921B77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13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F4793399-7B02-2255-0465-486EE34F270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8077AAD-752A-512C-A300-808D32C61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70" y="3142976"/>
            <a:ext cx="7392432" cy="96215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4CADA7F-78C5-3FE7-B7E1-9E22089313C2}"/>
              </a:ext>
            </a:extLst>
          </p:cNvPr>
          <p:cNvSpPr txBox="1"/>
          <p:nvPr/>
        </p:nvSpPr>
        <p:spPr>
          <a:xfrm>
            <a:off x="851525" y="4108340"/>
            <a:ext cx="7560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💡 </a:t>
            </a:r>
            <a:r>
              <a:rPr lang="pt-BR" i="1" dirty="0"/>
              <a:t>Use quando o mesmo elemento aparece em diferentes áreas da tela.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AF35275-4EAA-D774-B3A7-F18D2DF07703}"/>
              </a:ext>
            </a:extLst>
          </p:cNvPr>
          <p:cNvSpPr txBox="1"/>
          <p:nvPr/>
        </p:nvSpPr>
        <p:spPr>
          <a:xfrm>
            <a:off x="851525" y="4407575"/>
            <a:ext cx="77209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🧠 Quando usar Seletores Hierárquicos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Quando há </a:t>
            </a:r>
            <a:r>
              <a:rPr lang="pt-BR" sz="2000" b="1" dirty="0"/>
              <a:t>elementos repetidos</a:t>
            </a:r>
            <a:r>
              <a:rPr lang="pt-BR" sz="2000" dirty="0"/>
              <a:t> com o mesmo nome ou classe (</a:t>
            </a:r>
            <a:r>
              <a:rPr lang="pt-BR" sz="2000" dirty="0" err="1"/>
              <a:t>ex</a:t>
            </a:r>
            <a:r>
              <a:rPr lang="pt-BR" sz="2000" dirty="0"/>
              <a:t>: vários botões “Salvar”).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Para testar </a:t>
            </a:r>
            <a:r>
              <a:rPr lang="pt-BR" sz="2000" b="1" dirty="0"/>
              <a:t>componentes específicos</a:t>
            </a:r>
            <a:r>
              <a:rPr lang="pt-BR" sz="2000" dirty="0"/>
              <a:t> dentro de páginas complexas.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Para </a:t>
            </a:r>
            <a:r>
              <a:rPr lang="pt-BR" sz="2000" b="1" dirty="0"/>
              <a:t>organizar</a:t>
            </a:r>
            <a:r>
              <a:rPr lang="pt-BR" sz="2000" dirty="0"/>
              <a:t> o escopo dos testes, tornando-os mais legíveis.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D1A5251-4C76-3868-2561-204F8A732FDC}"/>
              </a:ext>
            </a:extLst>
          </p:cNvPr>
          <p:cNvSpPr txBox="1"/>
          <p:nvPr/>
        </p:nvSpPr>
        <p:spPr>
          <a:xfrm>
            <a:off x="851525" y="6477000"/>
            <a:ext cx="72314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🧩 Vantagens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b="1" dirty="0"/>
              <a:t>Evita ambiguidades</a:t>
            </a:r>
            <a:r>
              <a:rPr lang="pt-BR" sz="2000" dirty="0"/>
              <a:t> quando há múltiplos elementos iguais.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/>
              <a:t>Deixa os testes </a:t>
            </a:r>
            <a:r>
              <a:rPr lang="pt-BR" sz="2000" b="1" dirty="0"/>
              <a:t>mais organizados e sem conflito de seletores</a:t>
            </a:r>
            <a:r>
              <a:rPr lang="pt-B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b="1" dirty="0"/>
              <a:t>Aumenta a legibilidade</a:t>
            </a:r>
            <a:r>
              <a:rPr lang="pt-BR" sz="2000" dirty="0"/>
              <a:t> ao mostrar claramente onde o elemento está.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992A4B5-E43D-888B-6E88-6B220EB190F5}"/>
              </a:ext>
            </a:extLst>
          </p:cNvPr>
          <p:cNvSpPr txBox="1"/>
          <p:nvPr/>
        </p:nvSpPr>
        <p:spPr>
          <a:xfrm>
            <a:off x="1002070" y="8507945"/>
            <a:ext cx="73924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⚠️ Cuidados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b="1" dirty="0"/>
              <a:t>Não exagere nas camadas</a:t>
            </a:r>
            <a:r>
              <a:rPr lang="pt-BR" sz="2000" dirty="0"/>
              <a:t>. Evite cadeias muito longas como: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C49AF847-3C9B-FB72-6C45-90EF7603D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772" y="9163196"/>
            <a:ext cx="7020905" cy="914528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B0EE94AF-7FA1-7DE6-9419-291C758C8683}"/>
              </a:ext>
            </a:extLst>
          </p:cNvPr>
          <p:cNvSpPr txBox="1"/>
          <p:nvPr/>
        </p:nvSpPr>
        <p:spPr>
          <a:xfrm>
            <a:off x="1002070" y="10094189"/>
            <a:ext cx="726858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pt-BR" dirty="0"/>
              <a:t>Isso torna o teste frágil e difícil de manter.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/>
              <a:t>Prefira definir um ponto de entrada claro (por exemplo .</a:t>
            </a:r>
            <a:r>
              <a:rPr lang="pt-BR" sz="2000" dirty="0" err="1"/>
              <a:t>form</a:t>
            </a:r>
            <a:r>
              <a:rPr lang="pt-BR" sz="2000" dirty="0"/>
              <a:t>-login) e usar .</a:t>
            </a:r>
            <a:r>
              <a:rPr lang="pt-BR" sz="2000" dirty="0" err="1"/>
              <a:t>find</a:t>
            </a:r>
            <a:r>
              <a:rPr lang="pt-BR" sz="2000" dirty="0"/>
              <a:t>() ou .</a:t>
            </a:r>
            <a:r>
              <a:rPr lang="pt-BR" sz="2000" dirty="0" err="1"/>
              <a:t>within</a:t>
            </a:r>
            <a:r>
              <a:rPr lang="pt-BR" sz="2000" dirty="0"/>
              <a:t>() de forma simples.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4DE94B4-848A-7C0B-FED4-FC6072D13085}"/>
              </a:ext>
            </a:extLst>
          </p:cNvPr>
          <p:cNvSpPr txBox="1"/>
          <p:nvPr/>
        </p:nvSpPr>
        <p:spPr>
          <a:xfrm>
            <a:off x="1002070" y="2464964"/>
            <a:ext cx="75970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i="1" dirty="0"/>
              <a:t>Localiza o classe de e-mail e, internamente, encontra o campo de e-mail e digita o seu e-mail.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20185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D7F61-0336-72DD-5A89-03FE6D728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7C439B8-6689-5961-55DF-1C51E4F4D539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D6DB3EAA-018D-28E7-50B0-84CB2797E5BE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latin typeface="Impact" panose="020B0806030902050204" pitchFamily="34" charset="0"/>
              </a:rPr>
              <a:t>GHERKIN E TESTES BDD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687E8B90-2B7C-4196-5DE0-DBD119D6C214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0991B86-7987-4044-4B27-B629517F7330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44580150-D886-2708-5103-92B7B2367C5A}"/>
              </a:ext>
            </a:extLst>
          </p:cNvPr>
          <p:cNvSpPr txBox="1"/>
          <p:nvPr/>
        </p:nvSpPr>
        <p:spPr>
          <a:xfrm>
            <a:off x="870768" y="9340866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O </a:t>
            </a:r>
            <a:r>
              <a:rPr lang="pt-BR" sz="2400" dirty="0" err="1">
                <a:solidFill>
                  <a:schemeClr val="bg1"/>
                </a:solidFill>
              </a:rPr>
              <a:t>Gherkin</a:t>
            </a:r>
            <a:r>
              <a:rPr lang="pt-BR" sz="2400" dirty="0">
                <a:solidFill>
                  <a:schemeClr val="bg1"/>
                </a:solidFill>
              </a:rPr>
              <a:t> é uma linguagem simples que descreve comportamentos do sistema de forma legível para todos — desenvolvedores, </a:t>
            </a:r>
            <a:r>
              <a:rPr lang="pt-BR" sz="2400" dirty="0" err="1">
                <a:solidFill>
                  <a:schemeClr val="bg1"/>
                </a:solidFill>
              </a:rPr>
              <a:t>QAs</a:t>
            </a:r>
            <a:r>
              <a:rPr lang="pt-BR" sz="2400" dirty="0">
                <a:solidFill>
                  <a:schemeClr val="bg1"/>
                </a:solidFill>
              </a:rPr>
              <a:t> e gestores.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623C8EBA-F900-7EF3-1009-B94FE3FB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F21B9E81-B1FF-A37E-A2EB-17E877A23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896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68A4E-3A1C-C480-6F72-344E27B09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5830D63-690B-9AD3-E9FE-C7FB5E6950CD}"/>
              </a:ext>
            </a:extLst>
          </p:cNvPr>
          <p:cNvSpPr txBox="1"/>
          <p:nvPr/>
        </p:nvSpPr>
        <p:spPr>
          <a:xfrm>
            <a:off x="651281" y="2409712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/>
              <a:t>Gherkin</a:t>
            </a:r>
            <a:r>
              <a:rPr lang="pt-BR" sz="2400" dirty="0"/>
              <a:t> e BDD são conceitos de desenvolvimento ágil que trabalham juntos: </a:t>
            </a:r>
            <a:r>
              <a:rPr lang="pt-BR" sz="2400" b="1" dirty="0"/>
              <a:t>BDD</a:t>
            </a:r>
            <a:r>
              <a:rPr lang="pt-BR" sz="2400" dirty="0"/>
              <a:t> (</a:t>
            </a:r>
            <a:r>
              <a:rPr lang="pt-BR" sz="2400" dirty="0" err="1"/>
              <a:t>Behavior</a:t>
            </a:r>
            <a:r>
              <a:rPr lang="pt-BR" sz="2400" dirty="0"/>
              <a:t> </a:t>
            </a:r>
            <a:r>
              <a:rPr lang="pt-BR" sz="2400" dirty="0" err="1"/>
              <a:t>Driven</a:t>
            </a:r>
            <a:r>
              <a:rPr lang="pt-BR" sz="2400" dirty="0"/>
              <a:t> </a:t>
            </a:r>
            <a:r>
              <a:rPr lang="pt-BR" sz="2400" dirty="0" err="1"/>
              <a:t>Development</a:t>
            </a:r>
            <a:r>
              <a:rPr lang="pt-BR" sz="2400" dirty="0"/>
              <a:t>) é uma metodologia que foca no comportamento do sistema.</a:t>
            </a:r>
            <a:br>
              <a:rPr lang="pt-BR" sz="2400" dirty="0"/>
            </a:br>
            <a:r>
              <a:rPr lang="pt-BR" sz="2400" b="1" dirty="0" err="1"/>
              <a:t>Gherkin</a:t>
            </a:r>
            <a:r>
              <a:rPr lang="pt-BR" sz="2400" dirty="0"/>
              <a:t> é a linguagem que descreve esses comportamentos de forma simples, conectando times técnicos e não técnicos e servindo como base para testes automatizados.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37D34FF0-1AD9-DBB3-754E-619D62E53454}"/>
              </a:ext>
            </a:extLst>
          </p:cNvPr>
          <p:cNvSpPr txBox="1"/>
          <p:nvPr/>
        </p:nvSpPr>
        <p:spPr>
          <a:xfrm>
            <a:off x="2512480" y="770355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GHERKIN E TESTES BDD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171514A-ACB3-FAD1-72F9-0887EA3ACBD6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9BC60A97-981A-A629-9980-8FDE2E8E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7CDDC2A7-D094-F3D4-5CD6-ADFA3882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15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08AC6F0C-5A29-1A0E-AB45-8EE68D1AEEA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F7B1872-ED3D-AA35-0763-55469CC52F09}"/>
              </a:ext>
            </a:extLst>
          </p:cNvPr>
          <p:cNvSpPr txBox="1"/>
          <p:nvPr/>
        </p:nvSpPr>
        <p:spPr>
          <a:xfrm>
            <a:off x="795281" y="4825005"/>
            <a:ext cx="53435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✍️ Estrutura </a:t>
            </a:r>
            <a:r>
              <a:rPr lang="pt-BR" b="1" dirty="0" err="1"/>
              <a:t>Gherkin</a:t>
            </a:r>
            <a:endParaRPr lang="pt-B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Given</a:t>
            </a:r>
            <a:r>
              <a:rPr lang="pt-BR" b="1" dirty="0"/>
              <a:t> (Dado)</a:t>
            </a:r>
            <a:r>
              <a:rPr lang="pt-BR" dirty="0"/>
              <a:t> → contexto inicial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When (Quando)</a:t>
            </a:r>
            <a:r>
              <a:rPr lang="pt-BR" dirty="0"/>
              <a:t> → ação executada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Then</a:t>
            </a:r>
            <a:r>
              <a:rPr lang="pt-BR" b="1" dirty="0"/>
              <a:t> (Então)</a:t>
            </a:r>
            <a:r>
              <a:rPr lang="pt-BR" dirty="0"/>
              <a:t> → resultado esperado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86D0629-B7F4-514A-708E-6CB9902BCCAF}"/>
              </a:ext>
            </a:extLst>
          </p:cNvPr>
          <p:cNvSpPr txBox="1"/>
          <p:nvPr/>
        </p:nvSpPr>
        <p:spPr>
          <a:xfrm>
            <a:off x="795281" y="6130898"/>
            <a:ext cx="5343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📘 </a:t>
            </a:r>
            <a:r>
              <a:rPr lang="fr-FR" b="1" dirty="0"/>
              <a:t>Exemplo Gherkin de Login</a:t>
            </a:r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ECD9C118-AA28-640E-19D0-47DC6056C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03" y="6550102"/>
            <a:ext cx="7344800" cy="209579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06165FD-410F-47FB-835D-DEDE2D3114A8}"/>
              </a:ext>
            </a:extLst>
          </p:cNvPr>
          <p:cNvSpPr txBox="1"/>
          <p:nvPr/>
        </p:nvSpPr>
        <p:spPr>
          <a:xfrm>
            <a:off x="796658" y="8737843"/>
            <a:ext cx="5343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💻 </a:t>
            </a:r>
            <a:r>
              <a:rPr lang="pt-BR" b="1" dirty="0"/>
              <a:t>Implementação no Cypress</a:t>
            </a:r>
            <a:endParaRPr lang="pt-BR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42C60B7-B8C9-0E21-AD8D-90BB247AF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03" y="9106494"/>
            <a:ext cx="7069681" cy="351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45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6E304-64DC-996A-3E0B-C8692BBA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B8CEBDE-1E6F-32E1-A6FC-85BDB24373D5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EDC8DC7C-6B85-6ED6-9ADA-25DAEC40B21E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latin typeface="Impact" panose="020B0806030902050204" pitchFamily="34" charset="0"/>
              </a:rPr>
              <a:t>BOAS PRÁTICAS PROFISSIONAIS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E33A4120-B4ED-77AD-77F7-4F2C93AE2EFB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3911D6B-56A3-496C-0287-962851DB5943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49EC0A42-E68A-2EA4-F399-E61A7A2F8F45}"/>
              </a:ext>
            </a:extLst>
          </p:cNvPr>
          <p:cNvSpPr txBox="1"/>
          <p:nvPr/>
        </p:nvSpPr>
        <p:spPr>
          <a:xfrm>
            <a:off x="870768" y="9340866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O uso de Page </a:t>
            </a:r>
            <a:r>
              <a:rPr lang="pt-BR" sz="2400" dirty="0" err="1">
                <a:solidFill>
                  <a:schemeClr val="bg1"/>
                </a:solidFill>
              </a:rPr>
              <a:t>Objects</a:t>
            </a:r>
            <a:r>
              <a:rPr lang="pt-BR" sz="2400" dirty="0">
                <a:solidFill>
                  <a:schemeClr val="bg1"/>
                </a:solidFill>
              </a:rPr>
              <a:t> e </a:t>
            </a:r>
            <a:r>
              <a:rPr lang="pt-BR" sz="2400" dirty="0" err="1">
                <a:solidFill>
                  <a:schemeClr val="bg1"/>
                </a:solidFill>
              </a:rPr>
              <a:t>Fixtures</a:t>
            </a:r>
            <a:r>
              <a:rPr lang="pt-BR" sz="2400" dirty="0">
                <a:solidFill>
                  <a:schemeClr val="bg1"/>
                </a:solidFill>
              </a:rPr>
              <a:t> (dados externos) é uma prática recomendada na automação de testes para melhorar a organização, a legibilidade, a manutenção e a reutilização do código. 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C73562DB-0F47-311C-9242-C83053F2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03891CB6-7FAE-77AF-1E8B-263A8A66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4718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DBEFC-195C-A24F-7A3C-F51B98A2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AEF362D7-B56F-BBE2-C569-47A602C432D4}"/>
              </a:ext>
            </a:extLst>
          </p:cNvPr>
          <p:cNvSpPr txBox="1"/>
          <p:nvPr/>
        </p:nvSpPr>
        <p:spPr>
          <a:xfrm>
            <a:off x="651281" y="2409712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</a:t>
            </a:r>
            <a:r>
              <a:rPr lang="pt-BR" sz="2400" b="1" dirty="0"/>
              <a:t>Page </a:t>
            </a:r>
            <a:r>
              <a:rPr lang="pt-BR" sz="2400" b="1" dirty="0" err="1"/>
              <a:t>Object</a:t>
            </a:r>
            <a:r>
              <a:rPr lang="pt-BR" sz="2400" b="1" dirty="0"/>
              <a:t> </a:t>
            </a:r>
            <a:r>
              <a:rPr lang="pt-BR" sz="2400" dirty="0"/>
              <a:t>é um padrão de design onde cada página (ou parte significativa) da interface do usuário (GUI) em um sistema web é representada por uma classe ou um objeto no código de automação. 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0FE35350-986A-BDDB-62B9-1645A5D65DA6}"/>
              </a:ext>
            </a:extLst>
          </p:cNvPr>
          <p:cNvSpPr txBox="1"/>
          <p:nvPr/>
        </p:nvSpPr>
        <p:spPr>
          <a:xfrm>
            <a:off x="1133274" y="754201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BOAS PRÁTICAS PROFISSIONAIS</a:t>
            </a:r>
          </a:p>
          <a:p>
            <a:pPr algn="ctr"/>
            <a:r>
              <a:rPr lang="pt-BR" sz="4000" dirty="0">
                <a:latin typeface="Impact" panose="020B0806030902050204" pitchFamily="34" charset="0"/>
              </a:rPr>
              <a:t>PAGE OBJECT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A2CD492-FC21-4548-7749-5761542E6A1A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8435138D-621D-D3E8-B71D-B2D07655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766686BC-0242-5348-443F-D7602208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17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0DFE25F-7723-63C9-9157-6316065126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A4C8543-21AD-26D7-47BA-3A096A64DF4D}"/>
              </a:ext>
            </a:extLst>
          </p:cNvPr>
          <p:cNvSpPr txBox="1"/>
          <p:nvPr/>
        </p:nvSpPr>
        <p:spPr>
          <a:xfrm>
            <a:off x="396576" y="4183062"/>
            <a:ext cx="78166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🧠 </a:t>
            </a:r>
            <a:r>
              <a:rPr lang="pt-BR" sz="2000" b="1" dirty="0"/>
              <a:t>Page </a:t>
            </a:r>
            <a:r>
              <a:rPr lang="pt-BR" sz="2000" b="1" dirty="0" err="1"/>
              <a:t>Objects</a:t>
            </a:r>
            <a:br>
              <a:rPr lang="pt-BR" sz="2000" b="1" dirty="0"/>
            </a:br>
            <a:r>
              <a:rPr lang="pt-BR" sz="2000" dirty="0"/>
              <a:t>Organize seus seletores e ações em classes separadas</a:t>
            </a:r>
            <a:r>
              <a:rPr lang="pt-BR" dirty="0"/>
              <a:t>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6F89327-A1F0-5925-F947-B7546A6C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490" y="4981333"/>
            <a:ext cx="6592220" cy="3315163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53738465-3F3E-E3FB-BE10-7F7860C1367E}"/>
              </a:ext>
            </a:extLst>
          </p:cNvPr>
          <p:cNvSpPr txBox="1"/>
          <p:nvPr/>
        </p:nvSpPr>
        <p:spPr>
          <a:xfrm>
            <a:off x="396576" y="8496835"/>
            <a:ext cx="4800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💻 </a:t>
            </a:r>
            <a:r>
              <a:rPr lang="pt-BR" sz="2000" b="1" dirty="0"/>
              <a:t>Uso no teste</a:t>
            </a:r>
            <a:endParaRPr lang="pt-BR" sz="200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FD5830C3-5F3A-13C5-8B96-24E411C52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674" y="9143824"/>
            <a:ext cx="6639852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52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01F9-9F58-2231-755F-96F458CF4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8DD6ED29-4FD9-A30E-B006-23F17290C8B7}"/>
              </a:ext>
            </a:extLst>
          </p:cNvPr>
          <p:cNvSpPr txBox="1"/>
          <p:nvPr/>
        </p:nvSpPr>
        <p:spPr>
          <a:xfrm>
            <a:off x="651281" y="2409712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err="1"/>
              <a:t>Fixtures</a:t>
            </a:r>
            <a:r>
              <a:rPr lang="pt-BR" sz="2400" dirty="0"/>
              <a:t> são usados para preparar o ambiente de teste, incluindo dados de teste (como dados de login, informações de formulários, etc.), para que o teste seja executado de forma consistente e isolada. 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82D803C7-8D79-AD73-23AD-CD582000A952}"/>
              </a:ext>
            </a:extLst>
          </p:cNvPr>
          <p:cNvSpPr txBox="1"/>
          <p:nvPr/>
        </p:nvSpPr>
        <p:spPr>
          <a:xfrm>
            <a:off x="1124473" y="781129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BOAS PRÁTICAS PROFISSIONAIS</a:t>
            </a:r>
          </a:p>
          <a:p>
            <a:pPr algn="ctr"/>
            <a:r>
              <a:rPr lang="pt-BR" sz="4000" dirty="0">
                <a:latin typeface="Impact" panose="020B0806030902050204" pitchFamily="34" charset="0"/>
              </a:rPr>
              <a:t>FIXTURES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8663205-F596-22CC-71C9-5BBCD79DD84B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5A0B6192-F4AB-6643-7186-CB172211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4FBEA2A3-D675-A829-76E3-7AA376B4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18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ABA6BF4-0C3D-AD53-CA3F-2A814DDED2F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6A92A30-B72B-9FAD-43E2-B2D7182EB17E}"/>
              </a:ext>
            </a:extLst>
          </p:cNvPr>
          <p:cNvSpPr txBox="1"/>
          <p:nvPr/>
        </p:nvSpPr>
        <p:spPr>
          <a:xfrm>
            <a:off x="396576" y="6450164"/>
            <a:ext cx="78166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⚙️ </a:t>
            </a:r>
            <a:r>
              <a:rPr lang="pt-BR" sz="2000" b="1" dirty="0"/>
              <a:t>Uso de </a:t>
            </a:r>
            <a:r>
              <a:rPr lang="pt-BR" sz="2000" b="1" dirty="0" err="1"/>
              <a:t>Fixtures</a:t>
            </a:r>
            <a:r>
              <a:rPr lang="pt-BR" sz="2000" b="1" dirty="0"/>
              <a:t> (dados externos)</a:t>
            </a:r>
          </a:p>
          <a:p>
            <a:r>
              <a:rPr lang="pt-BR" sz="2000" dirty="0"/>
              <a:t>Arquivo de dados (</a:t>
            </a:r>
            <a:r>
              <a:rPr lang="pt-BR" sz="2000" dirty="0" err="1"/>
              <a:t>usuario.json</a:t>
            </a:r>
            <a:r>
              <a:rPr lang="pt-BR" sz="2000" dirty="0"/>
              <a:t>):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23D1140-A538-BB66-0B01-819C7FFE04AC}"/>
              </a:ext>
            </a:extLst>
          </p:cNvPr>
          <p:cNvSpPr txBox="1"/>
          <p:nvPr/>
        </p:nvSpPr>
        <p:spPr>
          <a:xfrm>
            <a:off x="396576" y="4168713"/>
            <a:ext cx="5812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📁 Onde ficam os </a:t>
            </a:r>
            <a:r>
              <a:rPr lang="pt-BR" sz="2000" b="1" dirty="0" err="1"/>
              <a:t>fixtures</a:t>
            </a:r>
            <a:endParaRPr lang="pt-BR" sz="2000" b="1" dirty="0"/>
          </a:p>
          <a:p>
            <a:pPr>
              <a:buNone/>
            </a:pPr>
            <a:r>
              <a:rPr lang="pt-BR" sz="2000" dirty="0"/>
              <a:t>Por padrão, o Cypress cria uma pasta chamada: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4C3BE2AB-DC6F-023A-53BA-EFB08FB2E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25" y="4987893"/>
            <a:ext cx="6601746" cy="828791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3299B57F-F853-B184-8315-603A31F86628}"/>
              </a:ext>
            </a:extLst>
          </p:cNvPr>
          <p:cNvSpPr txBox="1"/>
          <p:nvPr/>
        </p:nvSpPr>
        <p:spPr>
          <a:xfrm>
            <a:off x="854779" y="5760822"/>
            <a:ext cx="7409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Dentro dela, você pode criar arquivos .</a:t>
            </a:r>
            <a:r>
              <a:rPr lang="pt-BR" sz="1600" dirty="0" err="1"/>
              <a:t>json</a:t>
            </a:r>
            <a:r>
              <a:rPr lang="pt-BR" sz="1600" dirty="0"/>
              <a:t> que armazenam informações que serão usadas nos testes.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A4BEFD4-943E-5F5A-048C-272BA161019D}"/>
              </a:ext>
            </a:extLst>
          </p:cNvPr>
          <p:cNvSpPr txBox="1"/>
          <p:nvPr/>
        </p:nvSpPr>
        <p:spPr>
          <a:xfrm>
            <a:off x="396576" y="8997201"/>
            <a:ext cx="4800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🧠 </a:t>
            </a:r>
            <a:r>
              <a:rPr lang="pt-BR" sz="2000" b="1" dirty="0"/>
              <a:t>Teste usando o </a:t>
            </a:r>
            <a:r>
              <a:rPr lang="pt-BR" sz="2000" b="1" dirty="0" err="1"/>
              <a:t>fixture</a:t>
            </a:r>
            <a:r>
              <a:rPr lang="pt-BR" sz="2000" b="1" dirty="0"/>
              <a:t>:</a:t>
            </a:r>
            <a:endParaRPr lang="pt-BR" sz="200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5FA06D31-AC85-6380-1420-40B843730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25" y="7279941"/>
            <a:ext cx="6734175" cy="163830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AEEA0A26-2835-89B7-3EF1-58A70E9CF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25" y="9528528"/>
            <a:ext cx="6668431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74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77DF-560F-6145-03F8-80EF5BAE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B9CCC4B-3E9E-8494-C805-054A0A083FCD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D5B1D3D5-7E89-73C6-43CE-68D2B925302B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latin typeface="Impact" panose="020B0806030902050204" pitchFamily="34" charset="0"/>
              </a:rPr>
              <a:t>TESTES DE API COM CYPRESS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393D7A9D-772C-002E-BB88-7608DDCA82D5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0D52951-A9B0-C6B5-1E7F-12FAA750F455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E3695766-71A1-0C63-B06C-811D4DB299F5}"/>
              </a:ext>
            </a:extLst>
          </p:cNvPr>
          <p:cNvSpPr txBox="1"/>
          <p:nvPr/>
        </p:nvSpPr>
        <p:spPr>
          <a:xfrm>
            <a:off x="870768" y="9340866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Testar APIs com Cypress envolve o uso do comando </a:t>
            </a:r>
            <a:r>
              <a:rPr lang="pt-BR" sz="2400" dirty="0" err="1">
                <a:solidFill>
                  <a:schemeClr val="bg1"/>
                </a:solidFill>
              </a:rPr>
              <a:t>cy.request</a:t>
            </a:r>
            <a:r>
              <a:rPr lang="pt-BR" sz="2400" dirty="0">
                <a:solidFill>
                  <a:schemeClr val="bg1"/>
                </a:solidFill>
              </a:rPr>
              <a:t>() para enviar requisições HTTP (GET, POST, etc.) e do comando </a:t>
            </a:r>
            <a:r>
              <a:rPr lang="pt-BR" sz="2400" dirty="0" err="1">
                <a:solidFill>
                  <a:schemeClr val="bg1"/>
                </a:solidFill>
              </a:rPr>
              <a:t>cy.intercept</a:t>
            </a:r>
            <a:r>
              <a:rPr lang="pt-BR" sz="2400" dirty="0">
                <a:solidFill>
                  <a:schemeClr val="bg1"/>
                </a:solidFill>
              </a:rPr>
              <a:t>() para simular ou interceptar respostas de API. 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A6BF165-1D6B-DFF1-78F4-FC5A4E032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83958236-55C0-FECD-0259-C31790F1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9675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EF1AA-5362-775C-3B16-E2B669DA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C0204B10-868A-18AF-4E4F-D55C0437B09A}"/>
              </a:ext>
            </a:extLst>
          </p:cNvPr>
          <p:cNvSpPr txBox="1"/>
          <p:nvPr/>
        </p:nvSpPr>
        <p:spPr>
          <a:xfrm>
            <a:off x="651281" y="2409712"/>
            <a:ext cx="78166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</a:t>
            </a:r>
            <a:r>
              <a:rPr lang="pt-BR" sz="2400" b="1" dirty="0"/>
              <a:t>Cypress</a:t>
            </a:r>
            <a:r>
              <a:rPr lang="pt-BR" sz="2400" dirty="0"/>
              <a:t> não serve apenas para testes de interface (UI) — ele também é uma ótima ferramenta para </a:t>
            </a:r>
            <a:r>
              <a:rPr lang="pt-BR" sz="2400" b="1" dirty="0"/>
              <a:t>testar APIs</a:t>
            </a:r>
            <a:r>
              <a:rPr lang="pt-BR" sz="2400" dirty="0"/>
              <a:t> de forma rápida, simples e eficiente.</a:t>
            </a:r>
            <a:br>
              <a:rPr lang="pt-BR" sz="2400" dirty="0"/>
            </a:br>
            <a:r>
              <a:rPr lang="pt-BR" sz="2400" dirty="0"/>
              <a:t>Com ele, é possível </a:t>
            </a:r>
            <a:r>
              <a:rPr lang="pt-BR" sz="2400" b="1" dirty="0"/>
              <a:t>enviar requisições HTTP</a:t>
            </a:r>
            <a:r>
              <a:rPr lang="pt-BR" sz="2400" dirty="0"/>
              <a:t> (como </a:t>
            </a:r>
            <a:r>
              <a:rPr lang="pt-BR" dirty="0"/>
              <a:t>GET</a:t>
            </a:r>
            <a:r>
              <a:rPr lang="pt-BR" sz="2400" dirty="0"/>
              <a:t>, </a:t>
            </a:r>
            <a:r>
              <a:rPr lang="pt-BR" dirty="0"/>
              <a:t>POST</a:t>
            </a:r>
            <a:r>
              <a:rPr lang="pt-BR" sz="2400" dirty="0"/>
              <a:t>, </a:t>
            </a:r>
            <a:r>
              <a:rPr lang="pt-BR" dirty="0"/>
              <a:t>PUT</a:t>
            </a:r>
            <a:r>
              <a:rPr lang="pt-BR" sz="2400" dirty="0"/>
              <a:t> e </a:t>
            </a:r>
            <a:r>
              <a:rPr lang="pt-BR" dirty="0"/>
              <a:t>DELETE</a:t>
            </a:r>
            <a:r>
              <a:rPr lang="pt-BR" sz="2400" dirty="0"/>
              <a:t>), </a:t>
            </a:r>
            <a:r>
              <a:rPr lang="pt-BR" sz="2400" b="1" dirty="0"/>
              <a:t>validar respostas</a:t>
            </a:r>
            <a:r>
              <a:rPr lang="pt-BR" sz="2400" dirty="0"/>
              <a:t> e até </a:t>
            </a:r>
            <a:r>
              <a:rPr lang="pt-BR" sz="2400" b="1" dirty="0"/>
              <a:t>criar dados</a:t>
            </a:r>
            <a:r>
              <a:rPr lang="pt-BR" sz="2400" dirty="0"/>
              <a:t> antes de executar testes na interface.</a:t>
            </a:r>
          </a:p>
          <a:p>
            <a:pPr algn="ctr"/>
            <a:r>
              <a:rPr lang="pt-BR" sz="2400" dirty="0"/>
              <a:t>💬 </a:t>
            </a:r>
            <a:r>
              <a:rPr lang="pt-BR" sz="2400" i="1" dirty="0"/>
              <a:t>Pense nos testes de API como a base da automação: você garante que o “motor” da aplicação está funcionando antes de testar a “carroceria” (a interface).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7EC00681-272F-9B76-6440-86D4D009A396}"/>
              </a:ext>
            </a:extLst>
          </p:cNvPr>
          <p:cNvSpPr txBox="1"/>
          <p:nvPr/>
        </p:nvSpPr>
        <p:spPr>
          <a:xfrm>
            <a:off x="1961057" y="724297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TESTES DE API COM CYPRESS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6B92F57-A402-CE43-F71B-FE3AF64C600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CB86F62A-80A6-97C0-EFAC-D5C33B29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C6FA61A7-5C7F-0116-FB43-5FC0DAE7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20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7062A1D-110B-7195-1F90-A3E1FD332BB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350A43A-CAB0-DDEB-70E6-048218B53052}"/>
              </a:ext>
            </a:extLst>
          </p:cNvPr>
          <p:cNvSpPr txBox="1"/>
          <p:nvPr/>
        </p:nvSpPr>
        <p:spPr>
          <a:xfrm>
            <a:off x="756228" y="6234575"/>
            <a:ext cx="78166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⚙️ </a:t>
            </a:r>
            <a:r>
              <a:rPr lang="pt-BR" sz="2000" b="1" dirty="0"/>
              <a:t>Comando Principal: </a:t>
            </a:r>
            <a:r>
              <a:rPr lang="pt-BR" sz="2000" b="1" dirty="0" err="1"/>
              <a:t>cy.request</a:t>
            </a:r>
            <a:r>
              <a:rPr lang="pt-BR" sz="2000" b="1" dirty="0"/>
              <a:t>()</a:t>
            </a:r>
          </a:p>
          <a:p>
            <a:r>
              <a:rPr lang="pt-BR" sz="2000" dirty="0"/>
              <a:t>O comando </a:t>
            </a:r>
            <a:r>
              <a:rPr lang="pt-BR" sz="2000" dirty="0" err="1"/>
              <a:t>cy.request</a:t>
            </a:r>
            <a:r>
              <a:rPr lang="pt-BR" sz="2000" dirty="0"/>
              <a:t>() é usado para fazer chamadas HTTP diretas à API.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2DB6538-C617-B223-91C3-25525163746C}"/>
              </a:ext>
            </a:extLst>
          </p:cNvPr>
          <p:cNvSpPr txBox="1"/>
          <p:nvPr/>
        </p:nvSpPr>
        <p:spPr>
          <a:xfrm>
            <a:off x="723281" y="7220629"/>
            <a:ext cx="53435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🧩 </a:t>
            </a:r>
            <a:r>
              <a:rPr lang="pt-BR" sz="2000" b="1" dirty="0"/>
              <a:t>Sintaxe básica:</a:t>
            </a:r>
            <a:endParaRPr lang="pt-BR" sz="20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244E5B0-6D95-15D0-77BF-1F09D8B09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674" y="7716138"/>
            <a:ext cx="6639852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41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A382F-608F-7FE6-ECB3-47F69ED3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1FAD6F9C-9411-39E9-33D2-224AA955AEF2}"/>
              </a:ext>
            </a:extLst>
          </p:cNvPr>
          <p:cNvSpPr txBox="1"/>
          <p:nvPr/>
        </p:nvSpPr>
        <p:spPr>
          <a:xfrm>
            <a:off x="651281" y="2409712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📋 </a:t>
            </a:r>
            <a:r>
              <a:rPr lang="pt-BR" sz="2400" b="1" dirty="0"/>
              <a:t>Exemplo 1 — Testando um GET simples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8C594121-6C10-CB93-381B-6FE1A6346FB0}"/>
              </a:ext>
            </a:extLst>
          </p:cNvPr>
          <p:cNvSpPr txBox="1"/>
          <p:nvPr/>
        </p:nvSpPr>
        <p:spPr>
          <a:xfrm>
            <a:off x="1961057" y="840050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TESTANDO UM GET SIMPLES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9126B2-AA59-8F48-C8BA-3DAFD86ABFAC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32FDBB69-8EC6-AA53-E60D-B285ADAD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072B778B-0B20-6911-3459-39C333C3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21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C4B3304-88AB-98FA-729F-C816367A85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4B498A7-83E3-CE73-DAD1-4110DAE9E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624" y="2966776"/>
            <a:ext cx="6639852" cy="270547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EFF27CD-AF89-0847-0C25-3DFC304C8CE2}"/>
              </a:ext>
            </a:extLst>
          </p:cNvPr>
          <p:cNvSpPr txBox="1"/>
          <p:nvPr/>
        </p:nvSpPr>
        <p:spPr>
          <a:xfrm>
            <a:off x="723281" y="6044843"/>
            <a:ext cx="70460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dirty="0"/>
              <a:t>💡 </a:t>
            </a:r>
            <a:r>
              <a:rPr lang="pt-BR" sz="2000" b="1" dirty="0"/>
              <a:t>O que está acontecendo aqui:</a:t>
            </a:r>
            <a:endParaRPr lang="pt-B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 err="1"/>
              <a:t>cy.request</a:t>
            </a:r>
            <a:r>
              <a:rPr lang="pt-BR" sz="2000" dirty="0"/>
              <a:t>() envia uma requisição GET para a API.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 err="1"/>
              <a:t>response.status</a:t>
            </a:r>
            <a:r>
              <a:rPr lang="pt-BR" sz="2000" dirty="0"/>
              <a:t> verifica se a resposta foi </a:t>
            </a:r>
            <a:r>
              <a:rPr lang="pt-BR" sz="2000" b="1" dirty="0"/>
              <a:t>200 (OK)</a:t>
            </a:r>
            <a:r>
              <a:rPr lang="pt-B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 err="1"/>
              <a:t>response.body</a:t>
            </a:r>
            <a:r>
              <a:rPr lang="pt-BR" sz="2000" dirty="0"/>
              <a:t> contém o conteúdo retornado pela API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046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7DFB2-E2F8-DA60-B9A8-40D0064F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48E094BC-9A33-0DE3-08CC-AEB75032B83A}"/>
              </a:ext>
            </a:extLst>
          </p:cNvPr>
          <p:cNvSpPr txBox="1"/>
          <p:nvPr/>
        </p:nvSpPr>
        <p:spPr>
          <a:xfrm>
            <a:off x="651281" y="2409712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🔐 </a:t>
            </a:r>
            <a:r>
              <a:rPr lang="pt-BR" sz="2400" b="1" dirty="0"/>
              <a:t>Exemplo 2 — Testando um POST (Login)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FE0B5AD-8007-C180-835B-4359FDF0E3CE}"/>
              </a:ext>
            </a:extLst>
          </p:cNvPr>
          <p:cNvSpPr txBox="1"/>
          <p:nvPr/>
        </p:nvSpPr>
        <p:spPr>
          <a:xfrm>
            <a:off x="1961057" y="801030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TESTANDO UM POST SIMPLES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63A053C-4FA3-DAED-56D3-C15C0F7C7FA7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50A2F00A-3E38-D4C3-F699-F69D0AC1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C0DA0429-5E65-2D55-3614-62568215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22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BF95C0ED-45F4-1F47-7F9E-9BB33C0B8B0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F076538-D490-D690-DE63-FD84778DF346}"/>
              </a:ext>
            </a:extLst>
          </p:cNvPr>
          <p:cNvSpPr txBox="1"/>
          <p:nvPr/>
        </p:nvSpPr>
        <p:spPr>
          <a:xfrm>
            <a:off x="895543" y="2786091"/>
            <a:ext cx="78166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Agora, um teste realista de login por API — algo muito comum em automações.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AF92D89-99B5-397D-FEAC-B0F12B6A1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11" y="3681166"/>
            <a:ext cx="5925377" cy="3534268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8139488B-F5F7-8E52-CA11-5ECFF2C089BB}"/>
              </a:ext>
            </a:extLst>
          </p:cNvPr>
          <p:cNvSpPr txBox="1"/>
          <p:nvPr/>
        </p:nvSpPr>
        <p:spPr>
          <a:xfrm>
            <a:off x="1681162" y="7402623"/>
            <a:ext cx="60821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✅ </a:t>
            </a:r>
            <a:r>
              <a:rPr lang="pt-BR" b="1" dirty="0"/>
              <a:t>Dica:</a:t>
            </a:r>
            <a:br>
              <a:rPr lang="pt-BR" dirty="0"/>
            </a:br>
            <a:r>
              <a:rPr lang="pt-BR" dirty="0"/>
              <a:t>O teste acima pode ser usado antes de testes de UI para </a:t>
            </a:r>
            <a:r>
              <a:rPr lang="pt-BR" b="1" dirty="0"/>
              <a:t>gerar o token de login automaticamente</a:t>
            </a:r>
            <a:r>
              <a:rPr lang="pt-BR" dirty="0"/>
              <a:t> — evitando precisar “digitar” o login toda vez.</a:t>
            </a:r>
          </a:p>
        </p:txBody>
      </p:sp>
    </p:spTree>
    <p:extLst>
      <p:ext uri="{BB962C8B-B14F-4D97-AF65-F5344CB8AC3E}">
        <p14:creationId xmlns:p14="http://schemas.microsoft.com/office/powerpoint/2010/main" val="2082360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1273-347E-04CE-1CAC-07C1095A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170C7C09-6CDC-F3CF-D2FA-809E728728B9}"/>
              </a:ext>
            </a:extLst>
          </p:cNvPr>
          <p:cNvSpPr txBox="1"/>
          <p:nvPr/>
        </p:nvSpPr>
        <p:spPr>
          <a:xfrm>
            <a:off x="651281" y="2409712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🛠️ </a:t>
            </a:r>
            <a:r>
              <a:rPr lang="pt-BR" sz="2400" b="1" dirty="0"/>
              <a:t>Exemplo 3 — Testando um PUT — Atualizando Usuário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A765D293-4093-49A9-D4FE-DD1888027B45}"/>
              </a:ext>
            </a:extLst>
          </p:cNvPr>
          <p:cNvSpPr txBox="1"/>
          <p:nvPr/>
        </p:nvSpPr>
        <p:spPr>
          <a:xfrm>
            <a:off x="2023675" y="788555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TESTANDO UM PUT SIMPLES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68D2DCA-2C7C-998F-BB47-00962E473EC6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254D5606-D7EE-25B0-BA01-2F9A66B9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0B118FF4-B59E-0B34-6137-2AC8BBC7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23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B7A06A2B-76D2-8647-F773-184097741E5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6BE0EDE-B2DE-FC2F-5D33-85802C26EC38}"/>
              </a:ext>
            </a:extLst>
          </p:cNvPr>
          <p:cNvSpPr txBox="1"/>
          <p:nvPr/>
        </p:nvSpPr>
        <p:spPr>
          <a:xfrm>
            <a:off x="895543" y="2786091"/>
            <a:ext cx="78166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Imagine que você já tem um usuário cadastrado na API e deseja </a:t>
            </a:r>
            <a:r>
              <a:rPr lang="pt-BR" sz="2000" b="1" dirty="0"/>
              <a:t>atualizar o nome e o e-mail</a:t>
            </a:r>
            <a:r>
              <a:rPr lang="pt-BR" sz="2000" dirty="0"/>
              <a:t> dele.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576D9DE-DD8C-E3B5-D9C5-4D8D05672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675" y="3695444"/>
            <a:ext cx="5553850" cy="365811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468477A-9496-B419-7644-F2D79E159CBD}"/>
              </a:ext>
            </a:extLst>
          </p:cNvPr>
          <p:cNvSpPr txBox="1"/>
          <p:nvPr/>
        </p:nvSpPr>
        <p:spPr>
          <a:xfrm>
            <a:off x="723280" y="7806565"/>
            <a:ext cx="77446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💡 Explicação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 err="1"/>
              <a:t>method</a:t>
            </a:r>
            <a:r>
              <a:rPr lang="pt-BR" sz="2000" dirty="0"/>
              <a:t>: 'PUT' → indica que queremos atualizar um recurso existente.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 err="1"/>
              <a:t>url</a:t>
            </a:r>
            <a:r>
              <a:rPr lang="pt-BR" sz="2000" dirty="0"/>
              <a:t> → deve incluir o </a:t>
            </a:r>
            <a:r>
              <a:rPr lang="pt-BR" sz="2000" b="1" dirty="0"/>
              <a:t>ID do usuário</a:t>
            </a:r>
            <a:r>
              <a:rPr lang="pt-BR" sz="2000" dirty="0"/>
              <a:t> que será alterado.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/>
              <a:t>body</a:t>
            </a:r>
            <a:r>
              <a:rPr lang="pt-BR" sz="2000" dirty="0"/>
              <a:t> → contém os novos dados que serão enviados.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 err="1"/>
              <a:t>expect</a:t>
            </a:r>
            <a:r>
              <a:rPr lang="pt-BR" sz="2000" b="1" dirty="0"/>
              <a:t>() </a:t>
            </a:r>
            <a:r>
              <a:rPr lang="pt-BR" sz="2000" dirty="0"/>
              <a:t>→ valida se a resposta foi bem-sucedida e se os campos foram realmente atualizados.</a:t>
            </a:r>
          </a:p>
          <a:p>
            <a:pPr>
              <a:buNone/>
            </a:pPr>
            <a:r>
              <a:rPr lang="pt-BR" sz="2000" dirty="0"/>
              <a:t>✨ </a:t>
            </a:r>
            <a:r>
              <a:rPr lang="pt-BR" sz="2000" i="1" dirty="0"/>
              <a:t>Dica:</a:t>
            </a:r>
            <a:r>
              <a:rPr lang="pt-BR" sz="2000" dirty="0"/>
              <a:t> sempre teste campos específicos para garantir que a atualização aconteceu.</a:t>
            </a:r>
          </a:p>
        </p:txBody>
      </p:sp>
    </p:spTree>
    <p:extLst>
      <p:ext uri="{BB962C8B-B14F-4D97-AF65-F5344CB8AC3E}">
        <p14:creationId xmlns:p14="http://schemas.microsoft.com/office/powerpoint/2010/main" val="1471128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07E20-BE48-7935-1C01-5FB20D6C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3DB2277F-CF68-8D96-CA18-25EAA1673567}"/>
              </a:ext>
            </a:extLst>
          </p:cNvPr>
          <p:cNvSpPr txBox="1"/>
          <p:nvPr/>
        </p:nvSpPr>
        <p:spPr>
          <a:xfrm>
            <a:off x="651281" y="2409712"/>
            <a:ext cx="805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🗑️ </a:t>
            </a:r>
            <a:r>
              <a:rPr lang="pt-BR" sz="2400" b="1" dirty="0"/>
              <a:t>Exemplo 4 — Testando um DELETE — Removendo Usuário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CB38E37D-38FA-A6D6-ECEC-6096E595CFD4}"/>
              </a:ext>
            </a:extLst>
          </p:cNvPr>
          <p:cNvSpPr txBox="1"/>
          <p:nvPr/>
        </p:nvSpPr>
        <p:spPr>
          <a:xfrm>
            <a:off x="2014148" y="799578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TESTANDO UM DELETE SIMPLES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9CF6670-344E-87F3-1BD9-B96D42012B78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F5AAABB9-EF92-6B06-6176-F476F185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120ECCDB-3815-B797-D205-BEF7EA14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24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5B0A020F-E85C-5834-871E-6300CFBDC1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9C53D36-4D07-D416-75B7-4F182B509FE0}"/>
              </a:ext>
            </a:extLst>
          </p:cNvPr>
          <p:cNvSpPr txBox="1"/>
          <p:nvPr/>
        </p:nvSpPr>
        <p:spPr>
          <a:xfrm>
            <a:off x="895543" y="2786091"/>
            <a:ext cx="7816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Agora, vamos remover o mesmo usuário criado anteriormente.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5E2DEE3-A39F-1428-E9C0-23DB0C5CA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148" y="3466930"/>
            <a:ext cx="5572903" cy="243874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831A1B-27AF-A4CC-D473-44FF98C92D4F}"/>
              </a:ext>
            </a:extLst>
          </p:cNvPr>
          <p:cNvSpPr txBox="1"/>
          <p:nvPr/>
        </p:nvSpPr>
        <p:spPr>
          <a:xfrm>
            <a:off x="795280" y="6136518"/>
            <a:ext cx="71485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💡 Explicação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method</a:t>
            </a:r>
            <a:r>
              <a:rPr lang="pt-BR" dirty="0"/>
              <a:t>: 'DELETE' → indica a remoção do recurso.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url</a:t>
            </a:r>
            <a:r>
              <a:rPr lang="pt-BR" dirty="0"/>
              <a:t> → inclui o ID do item a ser excluído.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expect</a:t>
            </a:r>
            <a:r>
              <a:rPr lang="pt-BR" b="1" dirty="0"/>
              <a:t>(</a:t>
            </a:r>
            <a:r>
              <a:rPr lang="pt-BR" b="1" dirty="0" err="1"/>
              <a:t>response.status</a:t>
            </a:r>
            <a:r>
              <a:rPr lang="pt-BR" b="1" dirty="0"/>
              <a:t>).</a:t>
            </a:r>
            <a:r>
              <a:rPr lang="pt-BR" b="1" dirty="0" err="1"/>
              <a:t>to.eq</a:t>
            </a:r>
            <a:r>
              <a:rPr lang="pt-BR" b="1" dirty="0"/>
              <a:t>(200) </a:t>
            </a:r>
            <a:r>
              <a:rPr lang="pt-BR" dirty="0"/>
              <a:t>→ garante que a operação foi concluída com sucesso.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A mensagem retornada (</a:t>
            </a:r>
            <a:r>
              <a:rPr lang="pt-BR" dirty="0" err="1"/>
              <a:t>message</a:t>
            </a:r>
            <a:r>
              <a:rPr lang="pt-BR" dirty="0"/>
              <a:t>) pode variar conforme a API — sempre confira a documentação.</a:t>
            </a:r>
          </a:p>
        </p:txBody>
      </p:sp>
    </p:spTree>
    <p:extLst>
      <p:ext uri="{BB962C8B-B14F-4D97-AF65-F5344CB8AC3E}">
        <p14:creationId xmlns:p14="http://schemas.microsoft.com/office/powerpoint/2010/main" val="403448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34A1C-975E-1457-CEC0-5C715AF5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FFE0D896-A42B-104C-4EE3-CC1D383FCF6A}"/>
              </a:ext>
            </a:extLst>
          </p:cNvPr>
          <p:cNvSpPr txBox="1"/>
          <p:nvPr/>
        </p:nvSpPr>
        <p:spPr>
          <a:xfrm>
            <a:off x="651281" y="2409712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🧠 </a:t>
            </a:r>
            <a:r>
              <a:rPr lang="pt-BR" sz="2400" b="1" dirty="0"/>
              <a:t>Exemplo 5 — Validação após o DELETE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A3FEFF17-EA2C-0688-2F1B-C9226FCE63F9}"/>
              </a:ext>
            </a:extLst>
          </p:cNvPr>
          <p:cNvSpPr txBox="1"/>
          <p:nvPr/>
        </p:nvSpPr>
        <p:spPr>
          <a:xfrm>
            <a:off x="2205775" y="700132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VALIDAÇÃO APÓS O DELETE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D58535-4009-777B-D426-5606A2C07402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2F152F7D-4C7B-C6A4-0580-8A9121AB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D0EDFE5A-199D-7C72-B4D7-D37245F0F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25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AC0ABCA1-4809-E37E-1358-72E447B4732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11C4233-9F4E-8A8E-7C0F-27EB9A087006}"/>
              </a:ext>
            </a:extLst>
          </p:cNvPr>
          <p:cNvSpPr txBox="1"/>
          <p:nvPr/>
        </p:nvSpPr>
        <p:spPr>
          <a:xfrm>
            <a:off x="895543" y="2786091"/>
            <a:ext cx="78166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É uma boa prática </a:t>
            </a:r>
            <a:r>
              <a:rPr lang="pt-BR" sz="2000" b="1" dirty="0"/>
              <a:t>verificar se o item foi realmente removido</a:t>
            </a:r>
            <a:r>
              <a:rPr lang="pt-BR" sz="2000" dirty="0"/>
              <a:t>.</a:t>
            </a:r>
            <a:br>
              <a:rPr lang="pt-BR" sz="2000" dirty="0"/>
            </a:br>
            <a:r>
              <a:rPr lang="pt-BR" sz="2000" dirty="0"/>
              <a:t>Você pode fazer isso com uma nova requisição </a:t>
            </a:r>
            <a:r>
              <a:rPr lang="pt-BR" dirty="0"/>
              <a:t>GET</a:t>
            </a:r>
            <a:r>
              <a:rPr lang="pt-BR" sz="2000" dirty="0"/>
              <a:t> logo em seguida: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0524BBB-7B18-2F4C-C8ED-3EB980703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859" y="3527777"/>
            <a:ext cx="5601482" cy="263879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7E2B49C9-44DB-F9CC-B13A-A8E5B9F9A47D}"/>
              </a:ext>
            </a:extLst>
          </p:cNvPr>
          <p:cNvSpPr txBox="1"/>
          <p:nvPr/>
        </p:nvSpPr>
        <p:spPr>
          <a:xfrm>
            <a:off x="1887840" y="6271453"/>
            <a:ext cx="5884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⚙️ </a:t>
            </a:r>
            <a:r>
              <a:rPr lang="pt-BR" i="1" dirty="0" err="1"/>
              <a:t>failOnStatusCode</a:t>
            </a:r>
            <a:r>
              <a:rPr lang="pt-BR" i="1" dirty="0"/>
              <a:t>: false evita que o Cypress interrompa o teste ao receber um erro 404 (que, neste caso, é esperado).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9831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6788-1FAA-DDCF-267A-668D3435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CF793C67-E59D-1D7C-EFF5-537EAF474EBD}"/>
              </a:ext>
            </a:extLst>
          </p:cNvPr>
          <p:cNvSpPr txBox="1"/>
          <p:nvPr/>
        </p:nvSpPr>
        <p:spPr>
          <a:xfrm>
            <a:off x="651281" y="2409712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🧠 </a:t>
            </a:r>
            <a:r>
              <a:rPr lang="pt-BR" sz="2400" b="1" dirty="0"/>
              <a:t>Exemplo 6 — Usando o Token Gerado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07BA73B4-4C47-17F5-27C7-2F5524B0EAD1}"/>
              </a:ext>
            </a:extLst>
          </p:cNvPr>
          <p:cNvSpPr txBox="1"/>
          <p:nvPr/>
        </p:nvSpPr>
        <p:spPr>
          <a:xfrm>
            <a:off x="2301025" y="729416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USANDO O TOKEN GERADO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47BC1CF-9D74-2C31-6C14-3C11654D8B2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0F659566-22C1-AF30-3CB9-DF5829EC1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960CE92B-0A91-8930-2A8A-DF76EC80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26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8676CE82-CDC2-9486-8804-DD34359C883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2DD6993-BB8C-02ED-1EC1-6E58217E0B58}"/>
              </a:ext>
            </a:extLst>
          </p:cNvPr>
          <p:cNvSpPr txBox="1"/>
          <p:nvPr/>
        </p:nvSpPr>
        <p:spPr>
          <a:xfrm>
            <a:off x="895543" y="2786091"/>
            <a:ext cx="7816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Você pode guardar o </a:t>
            </a:r>
            <a:r>
              <a:rPr lang="pt-BR" sz="2000" b="1" dirty="0"/>
              <a:t>token JWT</a:t>
            </a:r>
            <a:r>
              <a:rPr lang="pt-BR" sz="2000" dirty="0"/>
              <a:t> e reutilizá-lo em outras chamadas de API: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D9FFAF5-7DD9-D602-C4E2-6FD24990EEA3}"/>
              </a:ext>
            </a:extLst>
          </p:cNvPr>
          <p:cNvSpPr txBox="1"/>
          <p:nvPr/>
        </p:nvSpPr>
        <p:spPr>
          <a:xfrm>
            <a:off x="1681162" y="7402623"/>
            <a:ext cx="6082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💬 </a:t>
            </a:r>
            <a:r>
              <a:rPr lang="pt-BR" i="1" dirty="0"/>
              <a:t>Essa técnica é útil para fluxos autenticados, onde várias requisições dependem de login.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15BCE22-A834-2D71-2B3B-D62628156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675" y="3315883"/>
            <a:ext cx="5553850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10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E126C-37DB-4118-A51E-835FEBDD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29204FE6-8BC6-7B2B-77D9-3F55B1DA6AF5}"/>
              </a:ext>
            </a:extLst>
          </p:cNvPr>
          <p:cNvSpPr txBox="1"/>
          <p:nvPr/>
        </p:nvSpPr>
        <p:spPr>
          <a:xfrm>
            <a:off x="651281" y="2409712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🧩 </a:t>
            </a:r>
            <a:r>
              <a:rPr lang="pt-BR" sz="2400" b="1" dirty="0"/>
              <a:t>Exemplo 7 — Validação de Respostas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692791FD-F707-03EB-88F6-F3847C2D33D9}"/>
              </a:ext>
            </a:extLst>
          </p:cNvPr>
          <p:cNvSpPr txBox="1"/>
          <p:nvPr/>
        </p:nvSpPr>
        <p:spPr>
          <a:xfrm>
            <a:off x="2042727" y="761395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VALIDAÇÃO DE RESPOSTAS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EFB2B2A-AEF6-BB35-310E-BFC340873CDC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CB775D49-84D7-6FA8-4D8F-0075FAED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416F0CFD-3309-C8B2-E3F1-12B0303B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27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DF4A3B46-A9ED-D6E7-B3C0-CD02C166C0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30CFA46-E38E-9746-77A1-ECFB1EF88D2A}"/>
              </a:ext>
            </a:extLst>
          </p:cNvPr>
          <p:cNvSpPr txBox="1"/>
          <p:nvPr/>
        </p:nvSpPr>
        <p:spPr>
          <a:xfrm>
            <a:off x="895543" y="2786091"/>
            <a:ext cx="78166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O Cypress permite validar qualquer campo do retorno da API: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75548BF-67F7-D58E-85EF-ACDF2219A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727" y="3447195"/>
            <a:ext cx="5515745" cy="107647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430005A-03F2-755C-8625-4F7818E09A44}"/>
              </a:ext>
            </a:extLst>
          </p:cNvPr>
          <p:cNvSpPr txBox="1"/>
          <p:nvPr/>
        </p:nvSpPr>
        <p:spPr>
          <a:xfrm>
            <a:off x="700192" y="4936659"/>
            <a:ext cx="70615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📘 Vantagens de Testar APIs com Cypress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/>
              <a:t>Sem dependência da interface:</a:t>
            </a:r>
            <a:r>
              <a:rPr lang="pt-BR" sz="2000" dirty="0"/>
              <a:t> os testes rodam mais rápido.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/>
              <a:t>Identificação rápida de erros:</a:t>
            </a:r>
            <a:r>
              <a:rPr lang="pt-BR" sz="2000" dirty="0"/>
              <a:t> você sabe se o problema está na API ou no front-end.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/>
              <a:t>Integração com UI:</a:t>
            </a:r>
            <a:r>
              <a:rPr lang="pt-BR" sz="2000" dirty="0"/>
              <a:t> é possível usar resultados da API dentro de testes visuais.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/>
              <a:t>Fluxos completos:</a:t>
            </a:r>
            <a:r>
              <a:rPr lang="pt-BR" sz="2000" dirty="0"/>
              <a:t> dá para cadastrar, autenticar e validar dados sem precisar clicar em nada.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947C3CB-56CC-38FF-3511-A3B6BED6C256}"/>
              </a:ext>
            </a:extLst>
          </p:cNvPr>
          <p:cNvSpPr txBox="1"/>
          <p:nvPr/>
        </p:nvSpPr>
        <p:spPr>
          <a:xfrm>
            <a:off x="723281" y="7849915"/>
            <a:ext cx="71953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⚠️ Boas Práticas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Evite chamar APIs externas reais — use </a:t>
            </a:r>
            <a:r>
              <a:rPr lang="pt-BR" sz="2000" b="1" dirty="0"/>
              <a:t>ambientes de teste ou </a:t>
            </a:r>
            <a:r>
              <a:rPr lang="pt-BR" sz="2000" b="1" dirty="0" err="1"/>
              <a:t>mocks</a:t>
            </a:r>
            <a:r>
              <a:rPr lang="pt-BR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Centralize URLs e tokens em variáveis de ambiente (cypress.config.js).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Use </a:t>
            </a:r>
            <a:r>
              <a:rPr lang="pt-BR" sz="2000" b="1" dirty="0" err="1"/>
              <a:t>fixtures</a:t>
            </a:r>
            <a:r>
              <a:rPr lang="pt-BR" sz="2000" dirty="0"/>
              <a:t> para armazenar dados de requisições repetidas.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Nomeie os testes de forma clara, como api_login.spec.js ou api_usuarios.spec.js.</a:t>
            </a:r>
          </a:p>
        </p:txBody>
      </p:sp>
    </p:spTree>
    <p:extLst>
      <p:ext uri="{BB962C8B-B14F-4D97-AF65-F5344CB8AC3E}">
        <p14:creationId xmlns:p14="http://schemas.microsoft.com/office/powerpoint/2010/main" val="1547312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8CEBA-66B3-C7E9-A204-CAD340BD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657F5FA-E622-62DD-834A-C9C285C63F94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AFACBDCC-75C7-4390-F4F0-510C6E934C59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latin typeface="Impact" panose="020B0806030902050204" pitchFamily="34" charset="0"/>
              </a:rPr>
              <a:t>ERROS COMUNS E COMO EVITÁ-LOS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7B951444-27CB-2EF8-4425-F8CC7B87D38E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07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416674F-85F2-8FE8-C8B9-482916BBCD53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29BA33A7-6568-A52E-F561-024FFC328163}"/>
              </a:ext>
            </a:extLst>
          </p:cNvPr>
          <p:cNvSpPr txBox="1"/>
          <p:nvPr/>
        </p:nvSpPr>
        <p:spPr>
          <a:xfrm>
            <a:off x="870768" y="9340866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Mesmo desenvolvedores experientes cometem erros ao automatizar testes com Cypress. Saber quais são os mais comuns e como evitá-los é essencial para garantir testes mais rápidos, estáveis e confiáveis.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D436B2C-D70A-3FC1-532C-D80A72A2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907EDDD9-57EB-8FDD-A121-67B5D1C0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220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289FF-78DC-7D75-C16F-5C67909F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9BA534FD-98AD-869A-8185-34170798B524}"/>
              </a:ext>
            </a:extLst>
          </p:cNvPr>
          <p:cNvSpPr txBox="1"/>
          <p:nvPr/>
        </p:nvSpPr>
        <p:spPr>
          <a:xfrm>
            <a:off x="651281" y="2409712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Ao começar a trabalhar com Cypress, é normal encontrar alguns erros que se repetem entre os desenvolvedores. Esses problemas geralmente estão ligados à </a:t>
            </a:r>
            <a:r>
              <a:rPr lang="pt-BR" sz="2400" b="1" dirty="0"/>
              <a:t>sincronia dos comandos</a:t>
            </a:r>
            <a:r>
              <a:rPr lang="pt-BR" sz="2400" dirty="0"/>
              <a:t>, ao </a:t>
            </a:r>
            <a:r>
              <a:rPr lang="pt-BR" sz="2400" b="1" dirty="0"/>
              <a:t>uso incorreto de seletores</a:t>
            </a:r>
            <a:r>
              <a:rPr lang="pt-BR" sz="2400" dirty="0"/>
              <a:t>, ou à </a:t>
            </a:r>
            <a:r>
              <a:rPr lang="pt-BR" sz="2400" b="1" dirty="0"/>
              <a:t>falta de boas práticas</a:t>
            </a:r>
            <a:r>
              <a:rPr lang="pt-BR" sz="2400" dirty="0"/>
              <a:t> na estrutura dos testes. Conhecer essas armadilhas é essencial para criar automações mais estáveis e confiáveis.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82A3C4B2-2992-2AD6-A82D-816647A781DB}"/>
              </a:ext>
            </a:extLst>
          </p:cNvPr>
          <p:cNvSpPr txBox="1"/>
          <p:nvPr/>
        </p:nvSpPr>
        <p:spPr>
          <a:xfrm>
            <a:off x="1295401" y="775545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ERROS COMUNS E COMO EVITÁ-LOS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C9EC72A-CE5F-F5D6-F205-9CB0DB8F5822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B78BF9E6-ED48-26B1-E58A-5FB25E684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8ED074C5-2D30-7A0F-66BA-14167947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29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1E202A59-A859-CB8A-1B7D-F0E14028A0D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DEDF889-489C-6AAB-2DA2-633E4DF9A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1" y="4832485"/>
            <a:ext cx="6553200" cy="361000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2D4BECF-3DD9-87CA-AEEB-0222F0471726}"/>
              </a:ext>
            </a:extLst>
          </p:cNvPr>
          <p:cNvSpPr txBox="1"/>
          <p:nvPr/>
        </p:nvSpPr>
        <p:spPr>
          <a:xfrm>
            <a:off x="795281" y="10031676"/>
            <a:ext cx="79635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⚙️ </a:t>
            </a:r>
            <a:r>
              <a:rPr lang="pt-BR" b="1" dirty="0"/>
              <a:t>Dica Final:</a:t>
            </a:r>
            <a:br>
              <a:rPr lang="pt-BR" dirty="0"/>
            </a:br>
            <a:r>
              <a:rPr lang="pt-BR" dirty="0"/>
              <a:t>Testes estáveis vêm da </a:t>
            </a:r>
            <a:r>
              <a:rPr lang="pt-BR" b="1" dirty="0"/>
              <a:t>clareza e consistência</a:t>
            </a:r>
            <a:r>
              <a:rPr lang="pt-BR" dirty="0"/>
              <a:t> — se cada teste tem um propósito único e usa boas práticas, você evita 90% dos problemas mais comuns.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E2240B1-6EB9-EA51-466B-8CDCA9C27839}"/>
              </a:ext>
            </a:extLst>
          </p:cNvPr>
          <p:cNvSpPr txBox="1"/>
          <p:nvPr/>
        </p:nvSpPr>
        <p:spPr>
          <a:xfrm>
            <a:off x="795280" y="8535298"/>
            <a:ext cx="79635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💬 Termos de Erro Comuns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Timeout</a:t>
            </a:r>
            <a:r>
              <a:rPr lang="pt-BR" dirty="0"/>
              <a:t> — O elemento demorou demais para aparecer.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Element </a:t>
            </a:r>
            <a:r>
              <a:rPr lang="pt-BR" b="1" dirty="0" err="1"/>
              <a:t>not</a:t>
            </a:r>
            <a:r>
              <a:rPr lang="pt-BR" b="1" dirty="0"/>
              <a:t> </a:t>
            </a:r>
            <a:r>
              <a:rPr lang="pt-BR" b="1" dirty="0" err="1"/>
              <a:t>found</a:t>
            </a:r>
            <a:r>
              <a:rPr lang="pt-BR" dirty="0"/>
              <a:t> — Seletor incorreto ou elemento não existe.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Cross-</a:t>
            </a:r>
            <a:r>
              <a:rPr lang="pt-BR" b="1" dirty="0" err="1"/>
              <a:t>origin</a:t>
            </a:r>
            <a:r>
              <a:rPr lang="pt-BR" b="1" dirty="0"/>
              <a:t> </a:t>
            </a:r>
            <a:r>
              <a:rPr lang="pt-BR" b="1" dirty="0" err="1"/>
              <a:t>error</a:t>
            </a:r>
            <a:r>
              <a:rPr lang="pt-BR" dirty="0"/>
              <a:t> — Tentativa de acessar site diferente da base URL.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Assertion</a:t>
            </a:r>
            <a:r>
              <a:rPr lang="pt-BR" b="1" dirty="0"/>
              <a:t> </a:t>
            </a:r>
            <a:r>
              <a:rPr lang="pt-BR" b="1" dirty="0" err="1"/>
              <a:t>failed</a:t>
            </a:r>
            <a:r>
              <a:rPr lang="pt-BR" dirty="0"/>
              <a:t> — A validação (</a:t>
            </a:r>
            <a:r>
              <a:rPr lang="pt-BR" dirty="0" err="1"/>
              <a:t>expect</a:t>
            </a:r>
            <a:r>
              <a:rPr lang="pt-BR" dirty="0"/>
              <a:t>) não passou.</a:t>
            </a:r>
          </a:p>
        </p:txBody>
      </p:sp>
    </p:spTree>
    <p:extLst>
      <p:ext uri="{BB962C8B-B14F-4D97-AF65-F5344CB8AC3E}">
        <p14:creationId xmlns:p14="http://schemas.microsoft.com/office/powerpoint/2010/main" val="3177653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70EB-3AEA-92A0-5DB7-6FB70654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0D2E979-3297-7A8B-8A4C-D70F601AAF7C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CD74D23D-08FB-D2E5-CFA6-26444C052F65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latin typeface="Impact" panose="020B0806030902050204" pitchFamily="34" charset="0"/>
              </a:rPr>
              <a:t>GLOSSÁRIO RÁPIDO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24798214-39E5-0C3D-35AC-ED5F6F1E8D6D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08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2E3D80B-56D3-189F-334F-0EF3690898BA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4844BEB6-5E8C-A195-6CD0-1B3A88E190AC}"/>
              </a:ext>
            </a:extLst>
          </p:cNvPr>
          <p:cNvSpPr txBox="1"/>
          <p:nvPr/>
        </p:nvSpPr>
        <p:spPr>
          <a:xfrm>
            <a:off x="870768" y="9340866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Um guia rápido para fixar os principais conceitos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2107157B-D4E6-9004-BC2F-F6CB173B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CD281019-3F96-E9A0-CF22-1BDC9153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781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2621-8295-1E1E-61D3-34BC64A7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_componente">
            <a:extLst>
              <a:ext uri="{FF2B5EF4-FFF2-40B4-BE49-F238E27FC236}">
                <a16:creationId xmlns:a16="http://schemas.microsoft.com/office/drawing/2014/main" id="{3D0EB8D4-EC50-FF88-B242-DDBAC7877C68}"/>
              </a:ext>
            </a:extLst>
          </p:cNvPr>
          <p:cNvSpPr txBox="1"/>
          <p:nvPr/>
        </p:nvSpPr>
        <p:spPr>
          <a:xfrm>
            <a:off x="2872525" y="790855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GLOSSÁRIO RÁPIDO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77B06A-87B0-2809-A202-2A4ECF5FB426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D586E84-CB7F-8B2A-B689-83324D3C5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960A8BD3-4779-F6FA-0D74-0DCABF8B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31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0F2C725-6558-9502-9DF0-1BC5A1A8A74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1A2055F-9949-2875-D29A-49085D4A7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495180"/>
              </p:ext>
            </p:extLst>
          </p:nvPr>
        </p:nvGraphicFramePr>
        <p:xfrm>
          <a:off x="660400" y="2773744"/>
          <a:ext cx="8280400" cy="6190488"/>
        </p:xfrm>
        <a:graphic>
          <a:graphicData uri="http://schemas.openxmlformats.org/drawingml/2006/table">
            <a:tbl>
              <a:tblPr/>
              <a:tblGrid>
                <a:gridCol w="4140200">
                  <a:extLst>
                    <a:ext uri="{9D8B030D-6E8A-4147-A177-3AD203B41FA5}">
                      <a16:colId xmlns:a16="http://schemas.microsoft.com/office/drawing/2014/main" val="1764351667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1948959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/>
                        <a:t>Termo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i="0" u="sng" dirty="0"/>
                        <a:t>Significado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408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Cypress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Framework de automação de testes end-to-end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631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 err="1"/>
                        <a:t>Gherkin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Linguagem para escrever cenários legíveis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679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BDD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Behavior-Driven Development (desenvolvimento guiado por comportamento)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039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Fixture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Arquivo JSON usado para armazenar dados de teste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59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Page Object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Padrão de organização para páginas e componentes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5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Selector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Forma de identificar elementos na página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565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cy.get()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Seleciona um elemento 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245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cy.request()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Faz uma requisição HTTP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892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beforeEach()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Executa um bloco antes de cada teste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383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 err="1"/>
                        <a:t>assert</a:t>
                      </a:r>
                      <a:r>
                        <a:rPr lang="pt-BR" b="1" dirty="0"/>
                        <a:t> / </a:t>
                      </a:r>
                      <a:r>
                        <a:rPr lang="pt-BR" b="1" dirty="0" err="1"/>
                        <a:t>should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Validações (asserções) em Cypress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394132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7BDBD585-7992-D50A-5738-0603F552988C}"/>
              </a:ext>
            </a:extLst>
          </p:cNvPr>
          <p:cNvSpPr txBox="1"/>
          <p:nvPr/>
        </p:nvSpPr>
        <p:spPr>
          <a:xfrm>
            <a:off x="651281" y="2192136"/>
            <a:ext cx="5343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📖  </a:t>
            </a:r>
            <a:r>
              <a:rPr lang="pt-BR" b="1" dirty="0"/>
              <a:t>Glossário Cypress e Automação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2706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Impact" panose="020B0806030902050204" pitchFamily="34" charset="0"/>
              </a:rPr>
              <a:t>CONCLUSÃO</a:t>
            </a:r>
            <a:endParaRPr lang="pt-BR" sz="7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15C797C3-6F1E-3AA4-4225-55DBA1A4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7204EBB-9793-B1C1-E210-A22022EF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956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F1F32-D551-B097-ADBD-D6FCFF46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D81908DD-3E30-6EA8-2676-7367B6529630}"/>
              </a:ext>
            </a:extLst>
          </p:cNvPr>
          <p:cNvSpPr txBox="1"/>
          <p:nvPr/>
        </p:nvSpPr>
        <p:spPr>
          <a:xfrm>
            <a:off x="651281" y="2409712"/>
            <a:ext cx="78166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⚙️ Automação: qualidade em movimento</a:t>
            </a:r>
          </a:p>
          <a:p>
            <a:r>
              <a:rPr lang="pt-BR" sz="2400" dirty="0"/>
              <a:t>A automação de testes é o caminho para garantir </a:t>
            </a:r>
            <a:r>
              <a:rPr lang="pt-BR" sz="2400" b="1" dirty="0"/>
              <a:t>qualidade, velocidade e segurança</a:t>
            </a:r>
            <a:r>
              <a:rPr lang="pt-BR" sz="2400" dirty="0"/>
              <a:t> no desenvolvimento de software.</a:t>
            </a:r>
            <a:br>
              <a:rPr lang="pt-BR" sz="2400" dirty="0"/>
            </a:br>
            <a:r>
              <a:rPr lang="pt-BR" sz="2400" dirty="0"/>
              <a:t>Ela reduz erros manuais, acelera entregas e dá mais confiança a cada atualização.</a:t>
            </a:r>
          </a:p>
          <a:p>
            <a:r>
              <a:rPr lang="pt-BR" sz="2400" dirty="0"/>
              <a:t>🔁 </a:t>
            </a:r>
            <a:r>
              <a:rPr lang="pt-BR" sz="2400" i="1" dirty="0"/>
              <a:t>Automatizar é transformar tempo gasto em tempo ganho.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6098E17A-926A-93FC-3A1D-8D2115A19189}"/>
              </a:ext>
            </a:extLst>
          </p:cNvPr>
          <p:cNvSpPr txBox="1"/>
          <p:nvPr/>
        </p:nvSpPr>
        <p:spPr>
          <a:xfrm>
            <a:off x="795281" y="867055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CONCLUSÃO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7B2AF80-8AE8-A5C0-699B-3486DE52F47A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AB7931E1-417D-837E-E931-0A954E282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8B6AD172-BB72-9CF0-03B3-326F21F7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33</a:t>
            </a:fld>
            <a:endParaRPr lang="pt-BR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DA569E6A-213C-5499-E2F4-32053D7589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20" y="10746532"/>
            <a:ext cx="2137560" cy="11186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83A3BDF-C723-9ED7-BA49-9E52703E2D0D}"/>
              </a:ext>
            </a:extLst>
          </p:cNvPr>
          <p:cNvSpPr txBox="1"/>
          <p:nvPr/>
        </p:nvSpPr>
        <p:spPr>
          <a:xfrm>
            <a:off x="723280" y="5192946"/>
            <a:ext cx="76015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/>
              <a:t>💡 Cypress: moderno e eficiente</a:t>
            </a:r>
          </a:p>
          <a:p>
            <a:pPr>
              <a:buNone/>
            </a:pPr>
            <a:r>
              <a:rPr lang="pt-BR" sz="2400" dirty="0"/>
              <a:t>O </a:t>
            </a:r>
            <a:r>
              <a:rPr lang="pt-BR" sz="2400" b="1" dirty="0"/>
              <a:t>Cypress</a:t>
            </a:r>
            <a:r>
              <a:rPr lang="pt-BR" sz="2400" dirty="0"/>
              <a:t> simplifica a automação com: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Execução em tempo real 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Relatórios visuais 📊</a:t>
            </a:r>
          </a:p>
          <a:p>
            <a:pPr>
              <a:buNone/>
            </a:pPr>
            <a:r>
              <a:rPr lang="pt-BR" sz="2400" dirty="0"/>
              <a:t>Com ele, os testes se tornam </a:t>
            </a:r>
            <a:r>
              <a:rPr lang="pt-BR" sz="2400" b="1" dirty="0"/>
              <a:t>parte natural do desenvolvimento</a:t>
            </a:r>
            <a:r>
              <a:rPr lang="pt-BR" sz="2400" dirty="0"/>
              <a:t>, não um obstáculo.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58CE903-ECE6-4BDD-C748-B6A516F46AD5}"/>
              </a:ext>
            </a:extLst>
          </p:cNvPr>
          <p:cNvSpPr txBox="1"/>
          <p:nvPr/>
        </p:nvSpPr>
        <p:spPr>
          <a:xfrm>
            <a:off x="651280" y="7823780"/>
            <a:ext cx="781664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/>
              <a:t>🧩 BDD e </a:t>
            </a:r>
            <a:r>
              <a:rPr lang="pt-BR" sz="2400" b="1" dirty="0" err="1"/>
              <a:t>Gherkin</a:t>
            </a:r>
            <a:r>
              <a:rPr lang="pt-BR" sz="2400" b="1" dirty="0"/>
              <a:t>: colaboração que gera clareza</a:t>
            </a:r>
          </a:p>
          <a:p>
            <a:pPr>
              <a:buNone/>
            </a:pPr>
            <a:r>
              <a:rPr lang="pt-BR" sz="2400" dirty="0"/>
              <a:t>O </a:t>
            </a:r>
            <a:r>
              <a:rPr lang="pt-BR" sz="2400" b="1" dirty="0"/>
              <a:t>BDD</a:t>
            </a:r>
            <a:r>
              <a:rPr lang="pt-BR" sz="2400" dirty="0"/>
              <a:t> e o </a:t>
            </a:r>
            <a:r>
              <a:rPr lang="pt-BR" sz="2400" b="1" dirty="0" err="1"/>
              <a:t>Gherkin</a:t>
            </a:r>
            <a:r>
              <a:rPr lang="pt-BR" sz="2400" dirty="0"/>
              <a:t> aproximam equipes técnicas e de negócio, descrevendo comportamentos de forma simples e legível.</a:t>
            </a:r>
            <a:br>
              <a:rPr lang="pt-BR" sz="2400" dirty="0"/>
            </a:br>
            <a:r>
              <a:rPr lang="pt-BR" sz="2400" dirty="0"/>
              <a:t>Assim, todos entendem o que o sistema deve fazer antes mesmo de escrever o código.</a:t>
            </a:r>
          </a:p>
          <a:p>
            <a:pPr>
              <a:buNone/>
            </a:pPr>
            <a:r>
              <a:rPr lang="pt-BR" sz="2400" dirty="0"/>
              <a:t>💬 </a:t>
            </a:r>
            <a:r>
              <a:rPr lang="pt-BR" sz="2400" i="1" dirty="0"/>
              <a:t>Comportamento claro gera testes melhores.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27542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3B94-DDF7-D968-8885-38F979C3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31FE0FE-8877-FD3E-E83C-ACCC864B2A89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E2A0C191-EED4-1794-9C11-7334418A03E6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Impact" panose="020B0806030902050204" pitchFamily="34" charset="0"/>
              </a:rPr>
              <a:t>OBRIGADO!</a:t>
            </a:r>
            <a:endParaRPr lang="pt-BR" sz="7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75B4F31-DB66-29DA-74FE-70F5146D619E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F49CBE57-B5D6-6CD0-32B9-2604FE19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Domine a Automação Inteligente com Cypress.  Rafael Sousa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66C2C37A-BC91-4F34-8F51-137C9CC9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374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5562</TotalTime>
  <Words>3126</Words>
  <Application>Microsoft Office PowerPoint</Application>
  <PresentationFormat>Papel A3 (297 x 420 mm)</PresentationFormat>
  <Paragraphs>309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Courier New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ebook - Domine a Automação Inteligente com Cypress</dc:title>
  <dc:subject>Cypress</dc:subject>
  <dc:creator>Rafael Sousa</dc:creator>
  <cp:lastModifiedBy>Rafael Sousa</cp:lastModifiedBy>
  <cp:revision>15</cp:revision>
  <dcterms:created xsi:type="dcterms:W3CDTF">2023-06-15T14:34:16Z</dcterms:created>
  <dcterms:modified xsi:type="dcterms:W3CDTF">2025-11-10T04:23:01Z</dcterms:modified>
</cp:coreProperties>
</file>